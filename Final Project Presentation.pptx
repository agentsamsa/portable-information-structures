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BE4042-CBCC-4CB4-AFA9-B8672902A29E}" v="21" dt="2026-06-02T05:35:33.6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Lee" userId="bb603a8e-abb2-4460-9516-8f46b3977f9b" providerId="ADAL" clId="{8B76FC94-E6F5-4B6A-9AC9-B684B52B607F}"/>
    <pc:docChg chg="undo custSel addSld delSld modSld sldOrd">
      <pc:chgData name="Samuel Lee" userId="bb603a8e-abb2-4460-9516-8f46b3977f9b" providerId="ADAL" clId="{8B76FC94-E6F5-4B6A-9AC9-B684B52B607F}" dt="2026-06-02T05:58:36.419" v="2176" actId="1076"/>
      <pc:docMkLst>
        <pc:docMk/>
      </pc:docMkLst>
      <pc:sldChg chg="addSp delSp modSp mod addAnim modAnim delDesignElem">
        <pc:chgData name="Samuel Lee" userId="bb603a8e-abb2-4460-9516-8f46b3977f9b" providerId="ADAL" clId="{8B76FC94-E6F5-4B6A-9AC9-B684B52B607F}" dt="2026-06-02T05:03:21.644" v="59"/>
        <pc:sldMkLst>
          <pc:docMk/>
          <pc:sldMk cId="3612469708" sldId="256"/>
        </pc:sldMkLst>
        <pc:spChg chg="mod">
          <ac:chgData name="Samuel Lee" userId="bb603a8e-abb2-4460-9516-8f46b3977f9b" providerId="ADAL" clId="{8B76FC94-E6F5-4B6A-9AC9-B684B52B607F}" dt="2026-06-02T04:52:49.164" v="4" actId="26606"/>
          <ac:spMkLst>
            <pc:docMk/>
            <pc:sldMk cId="3612469708" sldId="256"/>
            <ac:spMk id="2" creationId="{30A18755-CCBB-EC8D-DE03-65F181051C9D}"/>
          </ac:spMkLst>
        </pc:spChg>
        <pc:spChg chg="del">
          <ac:chgData name="Samuel Lee" userId="bb603a8e-abb2-4460-9516-8f46b3977f9b" providerId="ADAL" clId="{8B76FC94-E6F5-4B6A-9AC9-B684B52B607F}" dt="2026-06-02T04:52:06.772" v="2"/>
          <ac:spMkLst>
            <pc:docMk/>
            <pc:sldMk cId="3612469708" sldId="256"/>
            <ac:spMk id="6" creationId="{758048B4-3F65-4EB9-ABA8-099353BE870F}"/>
          </ac:spMkLst>
        </pc:spChg>
        <pc:spChg chg="del">
          <ac:chgData name="Samuel Lee" userId="bb603a8e-abb2-4460-9516-8f46b3977f9b" providerId="ADAL" clId="{8B76FC94-E6F5-4B6A-9AC9-B684B52B607F}" dt="2026-06-02T04:52:06.772" v="2"/>
          <ac:spMkLst>
            <pc:docMk/>
            <pc:sldMk cId="3612469708" sldId="256"/>
            <ac:spMk id="7" creationId="{1AE2FDE4-8ECB-4D0B-B871-D4EE526064C4}"/>
          </ac:spMkLst>
        </pc:spChg>
        <pc:spChg chg="add del">
          <ac:chgData name="Samuel Lee" userId="bb603a8e-abb2-4460-9516-8f46b3977f9b" providerId="ADAL" clId="{8B76FC94-E6F5-4B6A-9AC9-B684B52B607F}" dt="2026-06-02T04:59:22.539" v="30" actId="26606"/>
          <ac:spMkLst>
            <pc:docMk/>
            <pc:sldMk cId="3612469708" sldId="256"/>
            <ac:spMk id="8" creationId="{758048B4-3F65-4EB9-ABA8-099353BE870F}"/>
          </ac:spMkLst>
        </pc:spChg>
        <pc:spChg chg="add del">
          <ac:chgData name="Samuel Lee" userId="bb603a8e-abb2-4460-9516-8f46b3977f9b" providerId="ADAL" clId="{8B76FC94-E6F5-4B6A-9AC9-B684B52B607F}" dt="2026-06-02T04:59:22.539" v="30" actId="26606"/>
          <ac:spMkLst>
            <pc:docMk/>
            <pc:sldMk cId="3612469708" sldId="256"/>
            <ac:spMk id="10" creationId="{1AE2FDE4-8ECB-4D0B-B871-D4EE526064C4}"/>
          </ac:spMkLst>
        </pc:spChg>
        <pc:spChg chg="add">
          <ac:chgData name="Samuel Lee" userId="bb603a8e-abb2-4460-9516-8f46b3977f9b" providerId="ADAL" clId="{8B76FC94-E6F5-4B6A-9AC9-B684B52B607F}" dt="2026-06-02T04:59:22.539" v="30" actId="26606"/>
          <ac:spMkLst>
            <pc:docMk/>
            <pc:sldMk cId="3612469708" sldId="256"/>
            <ac:spMk id="24" creationId="{758048B4-3F65-4EB9-ABA8-099353BE870F}"/>
          </ac:spMkLst>
        </pc:spChg>
        <pc:spChg chg="add">
          <ac:chgData name="Samuel Lee" userId="bb603a8e-abb2-4460-9516-8f46b3977f9b" providerId="ADAL" clId="{8B76FC94-E6F5-4B6A-9AC9-B684B52B607F}" dt="2026-06-02T04:59:22.539" v="30" actId="26606"/>
          <ac:spMkLst>
            <pc:docMk/>
            <pc:sldMk cId="3612469708" sldId="256"/>
            <ac:spMk id="26" creationId="{1AE2FDE4-8ECB-4D0B-B871-D4EE526064C4}"/>
          </ac:spMkLst>
        </pc:spChg>
        <pc:grpChg chg="add del">
          <ac:chgData name="Samuel Lee" userId="bb603a8e-abb2-4460-9516-8f46b3977f9b" providerId="ADAL" clId="{8B76FC94-E6F5-4B6A-9AC9-B684B52B607F}" dt="2026-06-02T04:59:22.539" v="30" actId="26606"/>
          <ac:grpSpMkLst>
            <pc:docMk/>
            <pc:sldMk cId="3612469708" sldId="256"/>
            <ac:grpSpMk id="16" creationId="{18488D89-E3BB-4E60-BF44-5F0BE92E3F13}"/>
          </ac:grpSpMkLst>
        </pc:grpChg>
        <pc:grpChg chg="del">
          <ac:chgData name="Samuel Lee" userId="bb603a8e-abb2-4460-9516-8f46b3977f9b" providerId="ADAL" clId="{8B76FC94-E6F5-4B6A-9AC9-B684B52B607F}" dt="2026-06-02T04:52:06.772" v="2"/>
          <ac:grpSpMkLst>
            <pc:docMk/>
            <pc:sldMk cId="3612469708" sldId="256"/>
            <ac:grpSpMk id="17" creationId="{18488D89-E3BB-4E60-BF44-5F0BE92E3F13}"/>
          </ac:grpSpMkLst>
        </pc:grpChg>
        <pc:grpChg chg="add">
          <ac:chgData name="Samuel Lee" userId="bb603a8e-abb2-4460-9516-8f46b3977f9b" providerId="ADAL" clId="{8B76FC94-E6F5-4B6A-9AC9-B684B52B607F}" dt="2026-06-02T04:59:22.539" v="30" actId="26606"/>
          <ac:grpSpMkLst>
            <pc:docMk/>
            <pc:sldMk cId="3612469708" sldId="256"/>
            <ac:grpSpMk id="32" creationId="{18488D89-E3BB-4E60-BF44-5F0BE92E3F13}"/>
          </ac:grpSpMkLst>
        </pc:grpChg>
        <pc:cxnChg chg="add del">
          <ac:chgData name="Samuel Lee" userId="bb603a8e-abb2-4460-9516-8f46b3977f9b" providerId="ADAL" clId="{8B76FC94-E6F5-4B6A-9AC9-B684B52B607F}" dt="2026-06-02T04:59:22.539" v="30" actId="26606"/>
          <ac:cxnSpMkLst>
            <pc:docMk/>
            <pc:sldMk cId="3612469708" sldId="256"/>
            <ac:cxnSpMk id="12" creationId="{3C86DB23-FEFE-4C3A-88FA-8E855AB1EEBB}"/>
          </ac:cxnSpMkLst>
        </pc:cxnChg>
        <pc:cxnChg chg="del">
          <ac:chgData name="Samuel Lee" userId="bb603a8e-abb2-4460-9516-8f46b3977f9b" providerId="ADAL" clId="{8B76FC94-E6F5-4B6A-9AC9-B684B52B607F}" dt="2026-06-02T04:52:06.772" v="2"/>
          <ac:cxnSpMkLst>
            <pc:docMk/>
            <pc:sldMk cId="3612469708" sldId="256"/>
            <ac:cxnSpMk id="13" creationId="{3C86DB23-FEFE-4C3A-88FA-8E855AB1EEBB}"/>
          </ac:cxnSpMkLst>
        </pc:cxnChg>
        <pc:cxnChg chg="add del">
          <ac:chgData name="Samuel Lee" userId="bb603a8e-abb2-4460-9516-8f46b3977f9b" providerId="ADAL" clId="{8B76FC94-E6F5-4B6A-9AC9-B684B52B607F}" dt="2026-06-02T04:59:22.539" v="30" actId="26606"/>
          <ac:cxnSpMkLst>
            <pc:docMk/>
            <pc:sldMk cId="3612469708" sldId="256"/>
            <ac:cxnSpMk id="14" creationId="{3BB22FAF-4B4F-40B1-97FF-67CD036C89D0}"/>
          </ac:cxnSpMkLst>
        </pc:cxnChg>
        <pc:cxnChg chg="del">
          <ac:chgData name="Samuel Lee" userId="bb603a8e-abb2-4460-9516-8f46b3977f9b" providerId="ADAL" clId="{8B76FC94-E6F5-4B6A-9AC9-B684B52B607F}" dt="2026-06-02T04:52:06.772" v="2"/>
          <ac:cxnSpMkLst>
            <pc:docMk/>
            <pc:sldMk cId="3612469708" sldId="256"/>
            <ac:cxnSpMk id="15" creationId="{3BB22FAF-4B4F-40B1-97FF-67CD036C89D0}"/>
          </ac:cxnSpMkLst>
        </pc:cxnChg>
        <pc:cxnChg chg="add">
          <ac:chgData name="Samuel Lee" userId="bb603a8e-abb2-4460-9516-8f46b3977f9b" providerId="ADAL" clId="{8B76FC94-E6F5-4B6A-9AC9-B684B52B607F}" dt="2026-06-02T04:59:22.539" v="30" actId="26606"/>
          <ac:cxnSpMkLst>
            <pc:docMk/>
            <pc:sldMk cId="3612469708" sldId="256"/>
            <ac:cxnSpMk id="28" creationId="{3C86DB23-FEFE-4C3A-88FA-8E855AB1EEBB}"/>
          </ac:cxnSpMkLst>
        </pc:cxnChg>
        <pc:cxnChg chg="add">
          <ac:chgData name="Samuel Lee" userId="bb603a8e-abb2-4460-9516-8f46b3977f9b" providerId="ADAL" clId="{8B76FC94-E6F5-4B6A-9AC9-B684B52B607F}" dt="2026-06-02T04:59:22.539" v="30" actId="26606"/>
          <ac:cxnSpMkLst>
            <pc:docMk/>
            <pc:sldMk cId="3612469708" sldId="256"/>
            <ac:cxnSpMk id="30" creationId="{3BB22FAF-4B4F-40B1-97FF-67CD036C89D0}"/>
          </ac:cxnSpMkLst>
        </pc:cxnChg>
      </pc:sldChg>
      <pc:sldChg chg="addSp delSp modSp new mod setBg modClrScheme delDesignElem chgLayout">
        <pc:chgData name="Samuel Lee" userId="bb603a8e-abb2-4460-9516-8f46b3977f9b" providerId="ADAL" clId="{8B76FC94-E6F5-4B6A-9AC9-B684B52B607F}" dt="2026-06-02T04:59:53.108" v="36" actId="26606"/>
        <pc:sldMkLst>
          <pc:docMk/>
          <pc:sldMk cId="4125230357" sldId="257"/>
        </pc:sldMkLst>
        <pc:spChg chg="del mod">
          <ac:chgData name="Samuel Lee" userId="bb603a8e-abb2-4460-9516-8f46b3977f9b" providerId="ADAL" clId="{8B76FC94-E6F5-4B6A-9AC9-B684B52B607F}" dt="2026-06-02T04:53:18.776" v="8" actId="700"/>
          <ac:spMkLst>
            <pc:docMk/>
            <pc:sldMk cId="4125230357" sldId="257"/>
            <ac:spMk id="2" creationId="{AAFA24A8-2DDA-B43E-07EC-76A3AD6C4F02}"/>
          </ac:spMkLst>
        </pc:spChg>
        <pc:spChg chg="del mod">
          <ac:chgData name="Samuel Lee" userId="bb603a8e-abb2-4460-9516-8f46b3977f9b" providerId="ADAL" clId="{8B76FC94-E6F5-4B6A-9AC9-B684B52B607F}" dt="2026-06-02T04:53:18.776" v="8" actId="700"/>
          <ac:spMkLst>
            <pc:docMk/>
            <pc:sldMk cId="4125230357" sldId="257"/>
            <ac:spMk id="3" creationId="{B0C12BB4-9553-21D2-3A1F-BF9EFE103D01}"/>
          </ac:spMkLst>
        </pc:spChg>
        <pc:spChg chg="add mod ord">
          <ac:chgData name="Samuel Lee" userId="bb603a8e-abb2-4460-9516-8f46b3977f9b" providerId="ADAL" clId="{8B76FC94-E6F5-4B6A-9AC9-B684B52B607F}" dt="2026-06-02T04:59:53.103" v="35" actId="26606"/>
          <ac:spMkLst>
            <pc:docMk/>
            <pc:sldMk cId="4125230357" sldId="257"/>
            <ac:spMk id="4" creationId="{C4F85FBD-45BA-A864-2DA1-10CD4FFA0D7E}"/>
          </ac:spMkLst>
        </pc:spChg>
        <pc:spChg chg="add del mod ord">
          <ac:chgData name="Samuel Lee" userId="bb603a8e-abb2-4460-9516-8f46b3977f9b" providerId="ADAL" clId="{8B76FC94-E6F5-4B6A-9AC9-B684B52B607F}" dt="2026-06-02T04:59:03.084" v="27" actId="700"/>
          <ac:spMkLst>
            <pc:docMk/>
            <pc:sldMk cId="4125230357" sldId="257"/>
            <ac:spMk id="5" creationId="{B81632C8-966E-B181-9BDD-6DB98BA42715}"/>
          </ac:spMkLst>
        </pc:spChg>
        <pc:spChg chg="add del mod ord">
          <ac:chgData name="Samuel Lee" userId="bb603a8e-abb2-4460-9516-8f46b3977f9b" providerId="ADAL" clId="{8B76FC94-E6F5-4B6A-9AC9-B684B52B607F}" dt="2026-06-02T04:59:12.838" v="28" actId="700"/>
          <ac:spMkLst>
            <pc:docMk/>
            <pc:sldMk cId="4125230357" sldId="257"/>
            <ac:spMk id="6" creationId="{FD534779-EBB5-A905-98AB-7B7AC9F89BA7}"/>
          </ac:spMkLst>
        </pc:spChg>
        <pc:spChg chg="add del">
          <ac:chgData name="Samuel Lee" userId="bb603a8e-abb2-4460-9516-8f46b3977f9b" providerId="ADAL" clId="{8B76FC94-E6F5-4B6A-9AC9-B684B52B607F}" dt="2026-06-02T04:59:03.084" v="27" actId="700"/>
          <ac:spMkLst>
            <pc:docMk/>
            <pc:sldMk cId="4125230357" sldId="257"/>
            <ac:spMk id="7" creationId="{DABCE0FB-ADDD-4B37-A958-519663E8E16E}"/>
          </ac:spMkLst>
        </pc:spChg>
        <pc:spChg chg="add del">
          <ac:chgData name="Samuel Lee" userId="bb603a8e-abb2-4460-9516-8f46b3977f9b" providerId="ADAL" clId="{8B76FC94-E6F5-4B6A-9AC9-B684B52B607F}" dt="2026-06-02T04:53:18.776" v="8" actId="700"/>
          <ac:spMkLst>
            <pc:docMk/>
            <pc:sldMk cId="4125230357" sldId="257"/>
            <ac:spMk id="8" creationId="{DABCE0FB-ADDD-4B37-A958-519663E8E16E}"/>
          </ac:spMkLst>
        </pc:spChg>
        <pc:spChg chg="add del">
          <ac:chgData name="Samuel Lee" userId="bb603a8e-abb2-4460-9516-8f46b3977f9b" providerId="ADAL" clId="{8B76FC94-E6F5-4B6A-9AC9-B684B52B607F}" dt="2026-06-02T04:59:03.084" v="27" actId="700"/>
          <ac:spMkLst>
            <pc:docMk/>
            <pc:sldMk cId="4125230357" sldId="257"/>
            <ac:spMk id="9" creationId="{1F8A981E-6C01-464B-9B2A-810AFEC27C6B}"/>
          </ac:spMkLst>
        </pc:spChg>
        <pc:spChg chg="add del">
          <ac:chgData name="Samuel Lee" userId="bb603a8e-abb2-4460-9516-8f46b3977f9b" providerId="ADAL" clId="{8B76FC94-E6F5-4B6A-9AC9-B684B52B607F}" dt="2026-06-02T04:53:18.776" v="8" actId="700"/>
          <ac:spMkLst>
            <pc:docMk/>
            <pc:sldMk cId="4125230357" sldId="257"/>
            <ac:spMk id="10" creationId="{1F8A981E-6C01-464B-9B2A-810AFEC27C6B}"/>
          </ac:spMkLst>
        </pc:spChg>
        <pc:spChg chg="add del mod ord">
          <ac:chgData name="Samuel Lee" userId="bb603a8e-abb2-4460-9516-8f46b3977f9b" providerId="ADAL" clId="{8B76FC94-E6F5-4B6A-9AC9-B684B52B607F}" dt="2026-06-02T04:59:42.949" v="32" actId="700"/>
          <ac:spMkLst>
            <pc:docMk/>
            <pc:sldMk cId="4125230357" sldId="257"/>
            <ac:spMk id="15" creationId="{CE02141A-95C1-378A-FF01-9C63E550535A}"/>
          </ac:spMkLst>
        </pc:spChg>
        <pc:spChg chg="add del">
          <ac:chgData name="Samuel Lee" userId="bb603a8e-abb2-4460-9516-8f46b3977f9b" providerId="ADAL" clId="{8B76FC94-E6F5-4B6A-9AC9-B684B52B607F}" dt="2026-06-02T04:59:42.949" v="32" actId="700"/>
          <ac:spMkLst>
            <pc:docMk/>
            <pc:sldMk cId="4125230357" sldId="257"/>
            <ac:spMk id="20" creationId="{DABCE0FB-ADDD-4B37-A958-519663E8E16E}"/>
          </ac:spMkLst>
        </pc:spChg>
        <pc:spChg chg="add del mod ord">
          <ac:chgData name="Samuel Lee" userId="bb603a8e-abb2-4460-9516-8f46b3977f9b" providerId="ADAL" clId="{8B76FC94-E6F5-4B6A-9AC9-B684B52B607F}" dt="2026-06-02T04:59:53.108" v="36" actId="26606"/>
          <ac:spMkLst>
            <pc:docMk/>
            <pc:sldMk cId="4125230357" sldId="257"/>
            <ac:spMk id="21" creationId="{511FB950-45EC-8D71-3F55-C14465670A80}"/>
          </ac:spMkLst>
        </pc:spChg>
        <pc:spChg chg="add del">
          <ac:chgData name="Samuel Lee" userId="bb603a8e-abb2-4460-9516-8f46b3977f9b" providerId="ADAL" clId="{8B76FC94-E6F5-4B6A-9AC9-B684B52B607F}" dt="2026-06-02T04:59:42.949" v="32" actId="700"/>
          <ac:spMkLst>
            <pc:docMk/>
            <pc:sldMk cId="4125230357" sldId="257"/>
            <ac:spMk id="22" creationId="{1F8A981E-6C01-464B-9B2A-810AFEC27C6B}"/>
          </ac:spMkLst>
        </pc:spChg>
        <pc:spChg chg="add del">
          <ac:chgData name="Samuel Lee" userId="bb603a8e-abb2-4460-9516-8f46b3977f9b" providerId="ADAL" clId="{8B76FC94-E6F5-4B6A-9AC9-B684B52B607F}" dt="2026-06-02T04:59:53.108" v="36" actId="26606"/>
          <ac:spMkLst>
            <pc:docMk/>
            <pc:sldMk cId="4125230357" sldId="257"/>
            <ac:spMk id="23" creationId="{DABCE0FB-ADDD-4B37-A958-519663E8E16E}"/>
          </ac:spMkLst>
        </pc:spChg>
        <pc:spChg chg="add del">
          <ac:chgData name="Samuel Lee" userId="bb603a8e-abb2-4460-9516-8f46b3977f9b" providerId="ADAL" clId="{8B76FC94-E6F5-4B6A-9AC9-B684B52B607F}" dt="2026-06-02T04:59:53.108" v="36" actId="26606"/>
          <ac:spMkLst>
            <pc:docMk/>
            <pc:sldMk cId="4125230357" sldId="257"/>
            <ac:spMk id="25" creationId="{1F8A981E-6C01-464B-9B2A-810AFEC27C6B}"/>
          </ac:spMkLst>
        </pc:spChg>
        <pc:spChg chg="add del">
          <ac:chgData name="Samuel Lee" userId="bb603a8e-abb2-4460-9516-8f46b3977f9b" providerId="ADAL" clId="{8B76FC94-E6F5-4B6A-9AC9-B684B52B607F}" dt="2026-06-02T04:59:53.103" v="35" actId="26606"/>
          <ac:spMkLst>
            <pc:docMk/>
            <pc:sldMk cId="4125230357" sldId="257"/>
            <ac:spMk id="41" creationId="{E20BB609-EF92-42DB-836C-0699A590B5CF}"/>
          </ac:spMkLst>
        </pc:spChg>
        <pc:spChg chg="add del">
          <ac:chgData name="Samuel Lee" userId="bb603a8e-abb2-4460-9516-8f46b3977f9b" providerId="ADAL" clId="{8B76FC94-E6F5-4B6A-9AC9-B684B52B607F}" dt="2026-06-02T04:59:53.103" v="35" actId="26606"/>
          <ac:spMkLst>
            <pc:docMk/>
            <pc:sldMk cId="4125230357" sldId="257"/>
            <ac:spMk id="43" creationId="{704C9E24-F67B-49D0-8336-BF12B36394DE}"/>
          </ac:spMkLst>
        </pc:spChg>
        <pc:spChg chg="add del">
          <ac:chgData name="Samuel Lee" userId="bb603a8e-abb2-4460-9516-8f46b3977f9b" providerId="ADAL" clId="{8B76FC94-E6F5-4B6A-9AC9-B684B52B607F}" dt="2026-06-02T04:59:53.103" v="35" actId="26606"/>
          <ac:spMkLst>
            <pc:docMk/>
            <pc:sldMk cId="4125230357" sldId="257"/>
            <ac:spMk id="45" creationId="{09135FB8-81BC-449C-B26D-29BE2D6C2AC7}"/>
          </ac:spMkLst>
        </pc:spChg>
        <pc:spChg chg="add">
          <ac:chgData name="Samuel Lee" userId="bb603a8e-abb2-4460-9516-8f46b3977f9b" providerId="ADAL" clId="{8B76FC94-E6F5-4B6A-9AC9-B684B52B607F}" dt="2026-06-02T04:59:53.108" v="36" actId="26606"/>
          <ac:spMkLst>
            <pc:docMk/>
            <pc:sldMk cId="4125230357" sldId="257"/>
            <ac:spMk id="55" creationId="{DABCE0FB-ADDD-4B37-A958-519663E8E16E}"/>
          </ac:spMkLst>
        </pc:spChg>
        <pc:spChg chg="add">
          <ac:chgData name="Samuel Lee" userId="bb603a8e-abb2-4460-9516-8f46b3977f9b" providerId="ADAL" clId="{8B76FC94-E6F5-4B6A-9AC9-B684B52B607F}" dt="2026-06-02T04:59:53.108" v="36" actId="26606"/>
          <ac:spMkLst>
            <pc:docMk/>
            <pc:sldMk cId="4125230357" sldId="257"/>
            <ac:spMk id="56" creationId="{1F8A981E-6C01-464B-9B2A-810AFEC27C6B}"/>
          </ac:spMkLst>
        </pc:spChg>
        <pc:spChg chg="add">
          <ac:chgData name="Samuel Lee" userId="bb603a8e-abb2-4460-9516-8f46b3977f9b" providerId="ADAL" clId="{8B76FC94-E6F5-4B6A-9AC9-B684B52B607F}" dt="2026-06-02T04:59:53.108" v="36" actId="26606"/>
          <ac:spMkLst>
            <pc:docMk/>
            <pc:sldMk cId="4125230357" sldId="257"/>
            <ac:spMk id="58" creationId="{511FB950-45EC-8D71-3F55-C14465670A80}"/>
          </ac:spMkLst>
        </pc:spChg>
        <pc:grpChg chg="add del">
          <ac:chgData name="Samuel Lee" userId="bb603a8e-abb2-4460-9516-8f46b3977f9b" providerId="ADAL" clId="{8B76FC94-E6F5-4B6A-9AC9-B684B52B607F}" dt="2026-06-02T04:53:18.776" v="8" actId="700"/>
          <ac:grpSpMkLst>
            <pc:docMk/>
            <pc:sldMk cId="4125230357" sldId="257"/>
            <ac:grpSpMk id="16" creationId="{50C536A3-D654-4FB9-BB50-B236B87BBF34}"/>
          </ac:grpSpMkLst>
        </pc:grpChg>
        <pc:grpChg chg="add del">
          <ac:chgData name="Samuel Lee" userId="bb603a8e-abb2-4460-9516-8f46b3977f9b" providerId="ADAL" clId="{8B76FC94-E6F5-4B6A-9AC9-B684B52B607F}" dt="2026-06-02T04:59:03.084" v="27" actId="700"/>
          <ac:grpSpMkLst>
            <pc:docMk/>
            <pc:sldMk cId="4125230357" sldId="257"/>
            <ac:grpSpMk id="18" creationId="{50C536A3-D654-4FB9-BB50-B236B87BBF34}"/>
          </ac:grpSpMkLst>
        </pc:grpChg>
        <pc:grpChg chg="add del">
          <ac:chgData name="Samuel Lee" userId="bb603a8e-abb2-4460-9516-8f46b3977f9b" providerId="ADAL" clId="{8B76FC94-E6F5-4B6A-9AC9-B684B52B607F}" dt="2026-06-02T04:59:42.949" v="32" actId="700"/>
          <ac:grpSpMkLst>
            <pc:docMk/>
            <pc:sldMk cId="4125230357" sldId="257"/>
            <ac:grpSpMk id="28" creationId="{50C536A3-D654-4FB9-BB50-B236B87BBF34}"/>
          </ac:grpSpMkLst>
        </pc:grpChg>
        <pc:grpChg chg="add del">
          <ac:chgData name="Samuel Lee" userId="bb603a8e-abb2-4460-9516-8f46b3977f9b" providerId="ADAL" clId="{8B76FC94-E6F5-4B6A-9AC9-B684B52B607F}" dt="2026-06-02T04:59:53.108" v="36" actId="26606"/>
          <ac:grpSpMkLst>
            <pc:docMk/>
            <pc:sldMk cId="4125230357" sldId="257"/>
            <ac:grpSpMk id="34" creationId="{50C536A3-D654-4FB9-BB50-B236B87BBF34}"/>
          </ac:grpSpMkLst>
        </pc:grpChg>
        <pc:grpChg chg="add del">
          <ac:chgData name="Samuel Lee" userId="bb603a8e-abb2-4460-9516-8f46b3977f9b" providerId="ADAL" clId="{8B76FC94-E6F5-4B6A-9AC9-B684B52B607F}" dt="2026-06-02T04:59:53.103" v="35" actId="26606"/>
          <ac:grpSpMkLst>
            <pc:docMk/>
            <pc:sldMk cId="4125230357" sldId="257"/>
            <ac:grpSpMk id="51" creationId="{C4E0722C-3D21-4088-883B-5FD8091BC352}"/>
          </ac:grpSpMkLst>
        </pc:grpChg>
        <pc:grpChg chg="add">
          <ac:chgData name="Samuel Lee" userId="bb603a8e-abb2-4460-9516-8f46b3977f9b" providerId="ADAL" clId="{8B76FC94-E6F5-4B6A-9AC9-B684B52B607F}" dt="2026-06-02T04:59:53.108" v="36" actId="26606"/>
          <ac:grpSpMkLst>
            <pc:docMk/>
            <pc:sldMk cId="4125230357" sldId="257"/>
            <ac:grpSpMk id="60" creationId="{50C536A3-D654-4FB9-BB50-B236B87BBF34}"/>
          </ac:grpSpMkLst>
        </pc:grpChg>
        <pc:cxnChg chg="add del">
          <ac:chgData name="Samuel Lee" userId="bb603a8e-abb2-4460-9516-8f46b3977f9b" providerId="ADAL" clId="{8B76FC94-E6F5-4B6A-9AC9-B684B52B607F}" dt="2026-06-02T04:59:03.084" v="27" actId="700"/>
          <ac:cxnSpMkLst>
            <pc:docMk/>
            <pc:sldMk cId="4125230357" sldId="257"/>
            <ac:cxnSpMk id="11" creationId="{18710E47-0781-4953-BBDA-8EF627A73126}"/>
          </ac:cxnSpMkLst>
        </pc:cxnChg>
        <pc:cxnChg chg="add del">
          <ac:chgData name="Samuel Lee" userId="bb603a8e-abb2-4460-9516-8f46b3977f9b" providerId="ADAL" clId="{8B76FC94-E6F5-4B6A-9AC9-B684B52B607F}" dt="2026-06-02T04:53:18.776" v="8" actId="700"/>
          <ac:cxnSpMkLst>
            <pc:docMk/>
            <pc:sldMk cId="4125230357" sldId="257"/>
            <ac:cxnSpMk id="12" creationId="{18710E47-0781-4953-BBDA-8EF627A73126}"/>
          </ac:cxnSpMkLst>
        </pc:cxnChg>
        <pc:cxnChg chg="add del">
          <ac:chgData name="Samuel Lee" userId="bb603a8e-abb2-4460-9516-8f46b3977f9b" providerId="ADAL" clId="{8B76FC94-E6F5-4B6A-9AC9-B684B52B607F}" dt="2026-06-02T04:59:03.084" v="27" actId="700"/>
          <ac:cxnSpMkLst>
            <pc:docMk/>
            <pc:sldMk cId="4125230357" sldId="257"/>
            <ac:cxnSpMk id="13" creationId="{125D265C-1D38-4B36-8572-366ED6A60786}"/>
          </ac:cxnSpMkLst>
        </pc:cxnChg>
        <pc:cxnChg chg="add del">
          <ac:chgData name="Samuel Lee" userId="bb603a8e-abb2-4460-9516-8f46b3977f9b" providerId="ADAL" clId="{8B76FC94-E6F5-4B6A-9AC9-B684B52B607F}" dt="2026-06-02T04:53:18.776" v="8" actId="700"/>
          <ac:cxnSpMkLst>
            <pc:docMk/>
            <pc:sldMk cId="4125230357" sldId="257"/>
            <ac:cxnSpMk id="14" creationId="{125D265C-1D38-4B36-8572-366ED6A60786}"/>
          </ac:cxnSpMkLst>
        </pc:cxnChg>
        <pc:cxnChg chg="add del">
          <ac:chgData name="Samuel Lee" userId="bb603a8e-abb2-4460-9516-8f46b3977f9b" providerId="ADAL" clId="{8B76FC94-E6F5-4B6A-9AC9-B684B52B607F}" dt="2026-06-02T04:59:42.949" v="32" actId="700"/>
          <ac:cxnSpMkLst>
            <pc:docMk/>
            <pc:sldMk cId="4125230357" sldId="257"/>
            <ac:cxnSpMk id="24" creationId="{18710E47-0781-4953-BBDA-8EF627A73126}"/>
          </ac:cxnSpMkLst>
        </pc:cxnChg>
        <pc:cxnChg chg="add del">
          <ac:chgData name="Samuel Lee" userId="bb603a8e-abb2-4460-9516-8f46b3977f9b" providerId="ADAL" clId="{8B76FC94-E6F5-4B6A-9AC9-B684B52B607F}" dt="2026-06-02T04:59:42.949" v="32" actId="700"/>
          <ac:cxnSpMkLst>
            <pc:docMk/>
            <pc:sldMk cId="4125230357" sldId="257"/>
            <ac:cxnSpMk id="26" creationId="{125D265C-1D38-4B36-8572-366ED6A60786}"/>
          </ac:cxnSpMkLst>
        </pc:cxnChg>
        <pc:cxnChg chg="add del">
          <ac:chgData name="Samuel Lee" userId="bb603a8e-abb2-4460-9516-8f46b3977f9b" providerId="ADAL" clId="{8B76FC94-E6F5-4B6A-9AC9-B684B52B607F}" dt="2026-06-02T04:59:53.108" v="36" actId="26606"/>
          <ac:cxnSpMkLst>
            <pc:docMk/>
            <pc:sldMk cId="4125230357" sldId="257"/>
            <ac:cxnSpMk id="30" creationId="{18710E47-0781-4953-BBDA-8EF627A73126}"/>
          </ac:cxnSpMkLst>
        </pc:cxnChg>
        <pc:cxnChg chg="add">
          <ac:chgData name="Samuel Lee" userId="bb603a8e-abb2-4460-9516-8f46b3977f9b" providerId="ADAL" clId="{8B76FC94-E6F5-4B6A-9AC9-B684B52B607F}" dt="2026-06-02T04:59:45.349" v="33" actId="26606"/>
          <ac:cxnSpMkLst>
            <pc:docMk/>
            <pc:sldMk cId="4125230357" sldId="257"/>
            <ac:cxnSpMk id="32" creationId="{125D265C-1D38-4B36-8572-366ED6A60786}"/>
          </ac:cxnSpMkLst>
        </pc:cxnChg>
        <pc:cxnChg chg="del">
          <ac:chgData name="Samuel Lee" userId="bb603a8e-abb2-4460-9516-8f46b3977f9b" providerId="ADAL" clId="{8B76FC94-E6F5-4B6A-9AC9-B684B52B607F}" dt="2026-06-02T04:59:53.103" v="35" actId="26606"/>
          <ac:cxnSpMkLst>
            <pc:docMk/>
            <pc:sldMk cId="4125230357" sldId="257"/>
            <ac:cxnSpMk id="47" creationId="{81AD776D-FBA4-4C44-9778-05D5F0CCD7A5}"/>
          </ac:cxnSpMkLst>
        </pc:cxnChg>
        <pc:cxnChg chg="add">
          <ac:chgData name="Samuel Lee" userId="bb603a8e-abb2-4460-9516-8f46b3977f9b" providerId="ADAL" clId="{8B76FC94-E6F5-4B6A-9AC9-B684B52B607F}" dt="2026-06-02T04:59:53.108" v="36" actId="26606"/>
          <ac:cxnSpMkLst>
            <pc:docMk/>
            <pc:sldMk cId="4125230357" sldId="257"/>
            <ac:cxnSpMk id="57" creationId="{18710E47-0781-4953-BBDA-8EF627A73126}"/>
          </ac:cxnSpMkLst>
        </pc:cxnChg>
      </pc:sldChg>
      <pc:sldChg chg="addSp delSp modSp add mod delDesignElem chgLayout">
        <pc:chgData name="Samuel Lee" userId="bb603a8e-abb2-4460-9516-8f46b3977f9b" providerId="ADAL" clId="{8B76FC94-E6F5-4B6A-9AC9-B684B52B607F}" dt="2026-06-02T05:09:28.915" v="245" actId="1076"/>
        <pc:sldMkLst>
          <pc:docMk/>
          <pc:sldMk cId="2862338952" sldId="258"/>
        </pc:sldMkLst>
        <pc:spChg chg="add del mod ord">
          <ac:chgData name="Samuel Lee" userId="bb603a8e-abb2-4460-9516-8f46b3977f9b" providerId="ADAL" clId="{8B76FC94-E6F5-4B6A-9AC9-B684B52B607F}" dt="2026-06-02T05:00:14.656" v="41" actId="26606"/>
          <ac:spMkLst>
            <pc:docMk/>
            <pc:sldMk cId="2862338952" sldId="258"/>
            <ac:spMk id="2" creationId="{876AEFE9-90E9-366C-BC2F-32F645CC5AD6}"/>
          </ac:spMkLst>
        </pc:spChg>
        <pc:spChg chg="mod ord">
          <ac:chgData name="Samuel Lee" userId="bb603a8e-abb2-4460-9516-8f46b3977f9b" providerId="ADAL" clId="{8B76FC94-E6F5-4B6A-9AC9-B684B52B607F}" dt="2026-06-02T05:09:28.915" v="245" actId="1076"/>
          <ac:spMkLst>
            <pc:docMk/>
            <pc:sldMk cId="2862338952" sldId="258"/>
            <ac:spMk id="4" creationId="{BA953EF5-BFCE-44F1-E2B6-849075E97414}"/>
          </ac:spMkLst>
        </pc:spChg>
        <pc:spChg chg="add del">
          <ac:chgData name="Samuel Lee" userId="bb603a8e-abb2-4460-9516-8f46b3977f9b" providerId="ADAL" clId="{8B76FC94-E6F5-4B6A-9AC9-B684B52B607F}" dt="2026-06-02T05:00:14.650" v="40" actId="26606"/>
          <ac:spMkLst>
            <pc:docMk/>
            <pc:sldMk cId="2862338952" sldId="258"/>
            <ac:spMk id="9" creationId="{DABCE0FB-ADDD-4B37-A958-519663E8E16E}"/>
          </ac:spMkLst>
        </pc:spChg>
        <pc:spChg chg="add del">
          <ac:chgData name="Samuel Lee" userId="bb603a8e-abb2-4460-9516-8f46b3977f9b" providerId="ADAL" clId="{8B76FC94-E6F5-4B6A-9AC9-B684B52B607F}" dt="2026-06-02T05:00:14.650" v="40" actId="26606"/>
          <ac:spMkLst>
            <pc:docMk/>
            <pc:sldMk cId="2862338952" sldId="258"/>
            <ac:spMk id="11" creationId="{1F8A981E-6C01-464B-9B2A-810AFEC27C6B}"/>
          </ac:spMkLst>
        </pc:spChg>
        <pc:spChg chg="add">
          <ac:chgData name="Samuel Lee" userId="bb603a8e-abb2-4460-9516-8f46b3977f9b" providerId="ADAL" clId="{8B76FC94-E6F5-4B6A-9AC9-B684B52B607F}" dt="2026-06-02T05:00:14.656" v="41" actId="26606"/>
          <ac:spMkLst>
            <pc:docMk/>
            <pc:sldMk cId="2862338952" sldId="258"/>
            <ac:spMk id="21" creationId="{35F60170-91B4-45F0-B88B-9C07AEC4642C}"/>
          </ac:spMkLst>
        </pc:spChg>
        <pc:spChg chg="add">
          <ac:chgData name="Samuel Lee" userId="bb603a8e-abb2-4460-9516-8f46b3977f9b" providerId="ADAL" clId="{8B76FC94-E6F5-4B6A-9AC9-B684B52B607F}" dt="2026-06-02T05:00:14.656" v="41" actId="26606"/>
          <ac:spMkLst>
            <pc:docMk/>
            <pc:sldMk cId="2862338952" sldId="258"/>
            <ac:spMk id="22" creationId="{2C7D7C94-41C0-4614-8A18-941174D4D2AF}"/>
          </ac:spMkLst>
        </pc:spChg>
        <pc:spChg chg="del">
          <ac:chgData name="Samuel Lee" userId="bb603a8e-abb2-4460-9516-8f46b3977f9b" providerId="ADAL" clId="{8B76FC94-E6F5-4B6A-9AC9-B684B52B607F}" dt="2026-06-02T05:00:08.899" v="38" actId="700"/>
          <ac:spMkLst>
            <pc:docMk/>
            <pc:sldMk cId="2862338952" sldId="258"/>
            <ac:spMk id="55" creationId="{68FF77E1-4076-FB77-B3E5-6A61499A0B44}"/>
          </ac:spMkLst>
        </pc:spChg>
        <pc:spChg chg="del">
          <ac:chgData name="Samuel Lee" userId="bb603a8e-abb2-4460-9516-8f46b3977f9b" providerId="ADAL" clId="{8B76FC94-E6F5-4B6A-9AC9-B684B52B607F}" dt="2026-06-02T05:00:08.899" v="38" actId="700"/>
          <ac:spMkLst>
            <pc:docMk/>
            <pc:sldMk cId="2862338952" sldId="258"/>
            <ac:spMk id="56" creationId="{424F632E-2249-49EF-794F-38C4B52B18E8}"/>
          </ac:spMkLst>
        </pc:spChg>
        <pc:spChg chg="del">
          <ac:chgData name="Samuel Lee" userId="bb603a8e-abb2-4460-9516-8f46b3977f9b" providerId="ADAL" clId="{8B76FC94-E6F5-4B6A-9AC9-B684B52B607F}" dt="2026-06-02T05:00:08.899" v="38" actId="700"/>
          <ac:spMkLst>
            <pc:docMk/>
            <pc:sldMk cId="2862338952" sldId="258"/>
            <ac:spMk id="58" creationId="{C5BE1377-529C-0121-A9C7-4D8E32608BAC}"/>
          </ac:spMkLst>
        </pc:spChg>
        <pc:grpChg chg="add del">
          <ac:chgData name="Samuel Lee" userId="bb603a8e-abb2-4460-9516-8f46b3977f9b" providerId="ADAL" clId="{8B76FC94-E6F5-4B6A-9AC9-B684B52B607F}" dt="2026-06-02T05:00:14.650" v="40" actId="26606"/>
          <ac:grpSpMkLst>
            <pc:docMk/>
            <pc:sldMk cId="2862338952" sldId="258"/>
            <ac:grpSpMk id="17" creationId="{50C536A3-D654-4FB9-BB50-B236B87BBF34}"/>
          </ac:grpSpMkLst>
        </pc:grpChg>
        <pc:grpChg chg="add">
          <ac:chgData name="Samuel Lee" userId="bb603a8e-abb2-4460-9516-8f46b3977f9b" providerId="ADAL" clId="{8B76FC94-E6F5-4B6A-9AC9-B684B52B607F}" dt="2026-06-02T05:00:14.656" v="41" actId="26606"/>
          <ac:grpSpMkLst>
            <pc:docMk/>
            <pc:sldMk cId="2862338952" sldId="258"/>
            <ac:grpSpMk id="25" creationId="{65B3D45F-509E-43F3-B685-A5E78AD0D820}"/>
          </ac:grpSpMkLst>
        </pc:grpChg>
        <pc:grpChg chg="del">
          <ac:chgData name="Samuel Lee" userId="bb603a8e-abb2-4460-9516-8f46b3977f9b" providerId="ADAL" clId="{8B76FC94-E6F5-4B6A-9AC9-B684B52B607F}" dt="2026-06-02T05:00:08.899" v="38" actId="700"/>
          <ac:grpSpMkLst>
            <pc:docMk/>
            <pc:sldMk cId="2862338952" sldId="258"/>
            <ac:grpSpMk id="60" creationId="{4E39925A-5486-B997-A903-C91BE2F1CC9B}"/>
          </ac:grpSpMkLst>
        </pc:grpChg>
        <pc:picChg chg="add mod">
          <ac:chgData name="Samuel Lee" userId="bb603a8e-abb2-4460-9516-8f46b3977f9b" providerId="ADAL" clId="{8B76FC94-E6F5-4B6A-9AC9-B684B52B607F}" dt="2026-06-02T05:06:04.352" v="146" actId="1076"/>
          <ac:picMkLst>
            <pc:docMk/>
            <pc:sldMk cId="2862338952" sldId="258"/>
            <ac:picMk id="5" creationId="{65CDFEE7-4F2C-6C6A-D015-C1AE44AD1995}"/>
          </ac:picMkLst>
        </pc:picChg>
        <pc:cxnChg chg="add del">
          <ac:chgData name="Samuel Lee" userId="bb603a8e-abb2-4460-9516-8f46b3977f9b" providerId="ADAL" clId="{8B76FC94-E6F5-4B6A-9AC9-B684B52B607F}" dt="2026-06-02T05:00:14.650" v="40" actId="26606"/>
          <ac:cxnSpMkLst>
            <pc:docMk/>
            <pc:sldMk cId="2862338952" sldId="258"/>
            <ac:cxnSpMk id="13" creationId="{18710E47-0781-4953-BBDA-8EF627A73126}"/>
          </ac:cxnSpMkLst>
        </pc:cxnChg>
        <pc:cxnChg chg="add del">
          <ac:chgData name="Samuel Lee" userId="bb603a8e-abb2-4460-9516-8f46b3977f9b" providerId="ADAL" clId="{8B76FC94-E6F5-4B6A-9AC9-B684B52B607F}" dt="2026-06-02T05:00:14.650" v="40" actId="26606"/>
          <ac:cxnSpMkLst>
            <pc:docMk/>
            <pc:sldMk cId="2862338952" sldId="258"/>
            <ac:cxnSpMk id="15" creationId="{125D265C-1D38-4B36-8572-366ED6A60786}"/>
          </ac:cxnSpMkLst>
        </pc:cxnChg>
        <pc:cxnChg chg="add">
          <ac:chgData name="Samuel Lee" userId="bb603a8e-abb2-4460-9516-8f46b3977f9b" providerId="ADAL" clId="{8B76FC94-E6F5-4B6A-9AC9-B684B52B607F}" dt="2026-06-02T05:00:14.656" v="41" actId="26606"/>
          <ac:cxnSpMkLst>
            <pc:docMk/>
            <pc:sldMk cId="2862338952" sldId="258"/>
            <ac:cxnSpMk id="23" creationId="{61F6FBC1-6409-4059-B87B-1BE513242FE6}"/>
          </ac:cxnSpMkLst>
        </pc:cxnChg>
        <pc:cxnChg chg="add">
          <ac:chgData name="Samuel Lee" userId="bb603a8e-abb2-4460-9516-8f46b3977f9b" providerId="ADAL" clId="{8B76FC94-E6F5-4B6A-9AC9-B684B52B607F}" dt="2026-06-02T05:00:14.656" v="41" actId="26606"/>
          <ac:cxnSpMkLst>
            <pc:docMk/>
            <pc:sldMk cId="2862338952" sldId="258"/>
            <ac:cxnSpMk id="24" creationId="{E6A98E26-C7DC-48E3-8F50-FBF7F3C50F4C}"/>
          </ac:cxnSpMkLst>
        </pc:cxnChg>
        <pc:cxnChg chg="del">
          <ac:chgData name="Samuel Lee" userId="bb603a8e-abb2-4460-9516-8f46b3977f9b" providerId="ADAL" clId="{8B76FC94-E6F5-4B6A-9AC9-B684B52B607F}" dt="2026-06-02T05:00:08.899" v="38" actId="700"/>
          <ac:cxnSpMkLst>
            <pc:docMk/>
            <pc:sldMk cId="2862338952" sldId="258"/>
            <ac:cxnSpMk id="57" creationId="{170BEC67-0388-F2B2-2DEE-5ABBC6D4B5EA}"/>
          </ac:cxnSpMkLst>
        </pc:cxnChg>
        <pc:cxnChg chg="del">
          <ac:chgData name="Samuel Lee" userId="bb603a8e-abb2-4460-9516-8f46b3977f9b" providerId="ADAL" clId="{8B76FC94-E6F5-4B6A-9AC9-B684B52B607F}" dt="2026-06-02T05:00:08.899" v="38" actId="700"/>
          <ac:cxnSpMkLst>
            <pc:docMk/>
            <pc:sldMk cId="2862338952" sldId="258"/>
            <ac:cxnSpMk id="59" creationId="{6917CAF1-0FB1-F6EF-6619-1B04DCE5EB58}"/>
          </ac:cxnSpMkLst>
        </pc:cxnChg>
      </pc:sldChg>
      <pc:sldChg chg="addSp delSp modSp new del mod chgLayout">
        <pc:chgData name="Samuel Lee" userId="bb603a8e-abb2-4460-9516-8f46b3977f9b" providerId="ADAL" clId="{8B76FC94-E6F5-4B6A-9AC9-B684B52B607F}" dt="2026-06-02T05:03:42.925" v="62" actId="2696"/>
        <pc:sldMkLst>
          <pc:docMk/>
          <pc:sldMk cId="544952452" sldId="259"/>
        </pc:sldMkLst>
        <pc:spChg chg="del">
          <ac:chgData name="Samuel Lee" userId="bb603a8e-abb2-4460-9516-8f46b3977f9b" providerId="ADAL" clId="{8B76FC94-E6F5-4B6A-9AC9-B684B52B607F}" dt="2026-06-02T05:03:35.883" v="61" actId="700"/>
          <ac:spMkLst>
            <pc:docMk/>
            <pc:sldMk cId="544952452" sldId="259"/>
            <ac:spMk id="2" creationId="{5D1CCFF5-1FA8-8DDB-5ACC-D13BB6ECE238}"/>
          </ac:spMkLst>
        </pc:spChg>
        <pc:spChg chg="del">
          <ac:chgData name="Samuel Lee" userId="bb603a8e-abb2-4460-9516-8f46b3977f9b" providerId="ADAL" clId="{8B76FC94-E6F5-4B6A-9AC9-B684B52B607F}" dt="2026-06-02T05:03:35.883" v="61" actId="700"/>
          <ac:spMkLst>
            <pc:docMk/>
            <pc:sldMk cId="544952452" sldId="259"/>
            <ac:spMk id="3" creationId="{7382498E-70D6-F2E8-132C-0A2A586A59B0}"/>
          </ac:spMkLst>
        </pc:spChg>
        <pc:spChg chg="add mod ord">
          <ac:chgData name="Samuel Lee" userId="bb603a8e-abb2-4460-9516-8f46b3977f9b" providerId="ADAL" clId="{8B76FC94-E6F5-4B6A-9AC9-B684B52B607F}" dt="2026-06-02T05:03:35.883" v="61" actId="700"/>
          <ac:spMkLst>
            <pc:docMk/>
            <pc:sldMk cId="544952452" sldId="259"/>
            <ac:spMk id="4" creationId="{150473CA-9537-19F6-FB72-724B9519D626}"/>
          </ac:spMkLst>
        </pc:spChg>
        <pc:spChg chg="add mod ord">
          <ac:chgData name="Samuel Lee" userId="bb603a8e-abb2-4460-9516-8f46b3977f9b" providerId="ADAL" clId="{8B76FC94-E6F5-4B6A-9AC9-B684B52B607F}" dt="2026-06-02T05:03:35.883" v="61" actId="700"/>
          <ac:spMkLst>
            <pc:docMk/>
            <pc:sldMk cId="544952452" sldId="259"/>
            <ac:spMk id="5" creationId="{78A013DE-E8DC-6077-0E0B-0CE9E241C220}"/>
          </ac:spMkLst>
        </pc:spChg>
      </pc:sldChg>
      <pc:sldChg chg="new del">
        <pc:chgData name="Samuel Lee" userId="bb603a8e-abb2-4460-9516-8f46b3977f9b" providerId="ADAL" clId="{8B76FC94-E6F5-4B6A-9AC9-B684B52B607F}" dt="2026-06-02T05:02:43.072" v="49" actId="2696"/>
        <pc:sldMkLst>
          <pc:docMk/>
          <pc:sldMk cId="3154018989" sldId="259"/>
        </pc:sldMkLst>
      </pc:sldChg>
      <pc:sldChg chg="delSp modSp add del mod modClrScheme delDesignElem chgLayout">
        <pc:chgData name="Samuel Lee" userId="bb603a8e-abb2-4460-9516-8f46b3977f9b" providerId="ADAL" clId="{8B76FC94-E6F5-4B6A-9AC9-B684B52B607F}" dt="2026-06-02T05:02:30.549" v="47" actId="2696"/>
        <pc:sldMkLst>
          <pc:docMk/>
          <pc:sldMk cId="3560229803" sldId="259"/>
        </pc:sldMkLst>
        <pc:spChg chg="mod ord">
          <ac:chgData name="Samuel Lee" userId="bb603a8e-abb2-4460-9516-8f46b3977f9b" providerId="ADAL" clId="{8B76FC94-E6F5-4B6A-9AC9-B684B52B607F}" dt="2026-06-02T05:02:08.929" v="46" actId="27636"/>
          <ac:spMkLst>
            <pc:docMk/>
            <pc:sldMk cId="3560229803" sldId="259"/>
            <ac:spMk id="2" creationId="{85E5FCC6-5E1A-8C37-61A4-0FDC2DA918EF}"/>
          </ac:spMkLst>
        </pc:spChg>
        <pc:spChg chg="mod ord">
          <ac:chgData name="Samuel Lee" userId="bb603a8e-abb2-4460-9516-8f46b3977f9b" providerId="ADAL" clId="{8B76FC94-E6F5-4B6A-9AC9-B684B52B607F}" dt="2026-06-02T05:02:08.922" v="45" actId="700"/>
          <ac:spMkLst>
            <pc:docMk/>
            <pc:sldMk cId="3560229803" sldId="259"/>
            <ac:spMk id="3" creationId="{9C91E28B-D0A3-0477-DEEF-DCC9CAC3ACA9}"/>
          </ac:spMkLst>
        </pc:spChg>
        <pc:spChg chg="del">
          <ac:chgData name="Samuel Lee" userId="bb603a8e-abb2-4460-9516-8f46b3977f9b" providerId="ADAL" clId="{8B76FC94-E6F5-4B6A-9AC9-B684B52B607F}" dt="2026-06-02T05:02:08.922" v="45" actId="700"/>
          <ac:spMkLst>
            <pc:docMk/>
            <pc:sldMk cId="3560229803" sldId="259"/>
            <ac:spMk id="24" creationId="{120AB5FE-0031-C6CF-F127-DCAA6DAAF5A9}"/>
          </ac:spMkLst>
        </pc:spChg>
        <pc:spChg chg="del">
          <ac:chgData name="Samuel Lee" userId="bb603a8e-abb2-4460-9516-8f46b3977f9b" providerId="ADAL" clId="{8B76FC94-E6F5-4B6A-9AC9-B684B52B607F}" dt="2026-06-02T05:02:08.922" v="45" actId="700"/>
          <ac:spMkLst>
            <pc:docMk/>
            <pc:sldMk cId="3560229803" sldId="259"/>
            <ac:spMk id="26" creationId="{D1E6A87F-1E28-053C-244F-D7EEDA4B7587}"/>
          </ac:spMkLst>
        </pc:spChg>
        <pc:grpChg chg="del">
          <ac:chgData name="Samuel Lee" userId="bb603a8e-abb2-4460-9516-8f46b3977f9b" providerId="ADAL" clId="{8B76FC94-E6F5-4B6A-9AC9-B684B52B607F}" dt="2026-06-02T05:02:08.922" v="45" actId="700"/>
          <ac:grpSpMkLst>
            <pc:docMk/>
            <pc:sldMk cId="3560229803" sldId="259"/>
            <ac:grpSpMk id="32" creationId="{2E1DA92F-2D7C-58FD-9138-344DCFC19B0D}"/>
          </ac:grpSpMkLst>
        </pc:grpChg>
        <pc:cxnChg chg="del">
          <ac:chgData name="Samuel Lee" userId="bb603a8e-abb2-4460-9516-8f46b3977f9b" providerId="ADAL" clId="{8B76FC94-E6F5-4B6A-9AC9-B684B52B607F}" dt="2026-06-02T05:02:08.922" v="45" actId="700"/>
          <ac:cxnSpMkLst>
            <pc:docMk/>
            <pc:sldMk cId="3560229803" sldId="259"/>
            <ac:cxnSpMk id="28" creationId="{19F6C58C-7217-E0B4-8578-D5842626C709}"/>
          </ac:cxnSpMkLst>
        </pc:cxnChg>
        <pc:cxnChg chg="del">
          <ac:chgData name="Samuel Lee" userId="bb603a8e-abb2-4460-9516-8f46b3977f9b" providerId="ADAL" clId="{8B76FC94-E6F5-4B6A-9AC9-B684B52B607F}" dt="2026-06-02T05:02:08.922" v="45" actId="700"/>
          <ac:cxnSpMkLst>
            <pc:docMk/>
            <pc:sldMk cId="3560229803" sldId="259"/>
            <ac:cxnSpMk id="30" creationId="{D1D72C6B-A464-BC18-C9D5-99B306E9A018}"/>
          </ac:cxnSpMkLst>
        </pc:cxnChg>
      </pc:sldChg>
      <pc:sldChg chg="delSp modSp add del mod modClrScheme modAnim delDesignElem chgLayout">
        <pc:chgData name="Samuel Lee" userId="bb603a8e-abb2-4460-9516-8f46b3977f9b" providerId="ADAL" clId="{8B76FC94-E6F5-4B6A-9AC9-B684B52B607F}" dt="2026-06-02T05:03:07.564" v="57" actId="2696"/>
        <pc:sldMkLst>
          <pc:docMk/>
          <pc:sldMk cId="4226601176" sldId="259"/>
        </pc:sldMkLst>
        <pc:spChg chg="mod ord">
          <ac:chgData name="Samuel Lee" userId="bb603a8e-abb2-4460-9516-8f46b3977f9b" providerId="ADAL" clId="{8B76FC94-E6F5-4B6A-9AC9-B684B52B607F}" dt="2026-06-02T05:02:57.965" v="54" actId="27636"/>
          <ac:spMkLst>
            <pc:docMk/>
            <pc:sldMk cId="4226601176" sldId="259"/>
            <ac:spMk id="2" creationId="{F25F04AC-8D7F-D0B6-25F4-C6E96DE5F776}"/>
          </ac:spMkLst>
        </pc:spChg>
        <pc:spChg chg="mod ord">
          <ac:chgData name="Samuel Lee" userId="bb603a8e-abb2-4460-9516-8f46b3977f9b" providerId="ADAL" clId="{8B76FC94-E6F5-4B6A-9AC9-B684B52B607F}" dt="2026-06-02T05:03:00.302" v="56" actId="20577"/>
          <ac:spMkLst>
            <pc:docMk/>
            <pc:sldMk cId="4226601176" sldId="259"/>
            <ac:spMk id="3" creationId="{5B525095-074C-B77A-BE71-3A2EFD1C6BBB}"/>
          </ac:spMkLst>
        </pc:spChg>
        <pc:spChg chg="del">
          <ac:chgData name="Samuel Lee" userId="bb603a8e-abb2-4460-9516-8f46b3977f9b" providerId="ADAL" clId="{8B76FC94-E6F5-4B6A-9AC9-B684B52B607F}" dt="2026-06-02T05:02:55.479" v="51" actId="700"/>
          <ac:spMkLst>
            <pc:docMk/>
            <pc:sldMk cId="4226601176" sldId="259"/>
            <ac:spMk id="24" creationId="{BD591DEF-EB24-A509-D92A-64EB4177A80F}"/>
          </ac:spMkLst>
        </pc:spChg>
        <pc:spChg chg="del">
          <ac:chgData name="Samuel Lee" userId="bb603a8e-abb2-4460-9516-8f46b3977f9b" providerId="ADAL" clId="{8B76FC94-E6F5-4B6A-9AC9-B684B52B607F}" dt="2026-06-02T05:02:55.479" v="51" actId="700"/>
          <ac:spMkLst>
            <pc:docMk/>
            <pc:sldMk cId="4226601176" sldId="259"/>
            <ac:spMk id="26" creationId="{2A60D8D4-A417-5494-FE54-59E402C7E70A}"/>
          </ac:spMkLst>
        </pc:spChg>
        <pc:grpChg chg="del">
          <ac:chgData name="Samuel Lee" userId="bb603a8e-abb2-4460-9516-8f46b3977f9b" providerId="ADAL" clId="{8B76FC94-E6F5-4B6A-9AC9-B684B52B607F}" dt="2026-06-02T05:02:55.479" v="51" actId="700"/>
          <ac:grpSpMkLst>
            <pc:docMk/>
            <pc:sldMk cId="4226601176" sldId="259"/>
            <ac:grpSpMk id="32" creationId="{A81BB71A-EFAF-95CC-827B-45D3882BA972}"/>
          </ac:grpSpMkLst>
        </pc:grpChg>
        <pc:cxnChg chg="del">
          <ac:chgData name="Samuel Lee" userId="bb603a8e-abb2-4460-9516-8f46b3977f9b" providerId="ADAL" clId="{8B76FC94-E6F5-4B6A-9AC9-B684B52B607F}" dt="2026-06-02T05:02:55.479" v="51" actId="700"/>
          <ac:cxnSpMkLst>
            <pc:docMk/>
            <pc:sldMk cId="4226601176" sldId="259"/>
            <ac:cxnSpMk id="28" creationId="{77E4E4A5-7E88-3579-F877-2EC77BE9370B}"/>
          </ac:cxnSpMkLst>
        </pc:cxnChg>
        <pc:cxnChg chg="del">
          <ac:chgData name="Samuel Lee" userId="bb603a8e-abb2-4460-9516-8f46b3977f9b" providerId="ADAL" clId="{8B76FC94-E6F5-4B6A-9AC9-B684B52B607F}" dt="2026-06-02T05:02:55.479" v="51" actId="700"/>
          <ac:cxnSpMkLst>
            <pc:docMk/>
            <pc:sldMk cId="4226601176" sldId="259"/>
            <ac:cxnSpMk id="30" creationId="{A576F37F-8474-B52C-4042-4405B82A069B}"/>
          </ac:cxnSpMkLst>
        </pc:cxnChg>
      </pc:sldChg>
      <pc:sldChg chg="addSp delSp modSp add mod">
        <pc:chgData name="Samuel Lee" userId="bb603a8e-abb2-4460-9516-8f46b3977f9b" providerId="ADAL" clId="{8B76FC94-E6F5-4B6A-9AC9-B684B52B607F}" dt="2026-06-02T05:10:19.226" v="280" actId="14100"/>
        <pc:sldMkLst>
          <pc:docMk/>
          <pc:sldMk cId="4246505549" sldId="259"/>
        </pc:sldMkLst>
        <pc:spChg chg="mod">
          <ac:chgData name="Samuel Lee" userId="bb603a8e-abb2-4460-9516-8f46b3977f9b" providerId="ADAL" clId="{8B76FC94-E6F5-4B6A-9AC9-B684B52B607F}" dt="2026-06-02T05:10:19.226" v="280" actId="14100"/>
          <ac:spMkLst>
            <pc:docMk/>
            <pc:sldMk cId="4246505549" sldId="259"/>
            <ac:spMk id="4" creationId="{CD92D5BC-0C06-B0AA-1B1C-7AAC2FB0551F}"/>
          </ac:spMkLst>
        </pc:spChg>
        <pc:picChg chg="add mod">
          <ac:chgData name="Samuel Lee" userId="bb603a8e-abb2-4460-9516-8f46b3977f9b" providerId="ADAL" clId="{8B76FC94-E6F5-4B6A-9AC9-B684B52B607F}" dt="2026-06-02T05:08:19.132" v="232" actId="1076"/>
          <ac:picMkLst>
            <pc:docMk/>
            <pc:sldMk cId="4246505549" sldId="259"/>
            <ac:picMk id="3" creationId="{7C30FA35-EEF8-FFFD-FD9F-06FD01A2FCA1}"/>
          </ac:picMkLst>
        </pc:picChg>
        <pc:picChg chg="del">
          <ac:chgData name="Samuel Lee" userId="bb603a8e-abb2-4460-9516-8f46b3977f9b" providerId="ADAL" clId="{8B76FC94-E6F5-4B6A-9AC9-B684B52B607F}" dt="2026-06-02T05:03:47.966" v="64" actId="478"/>
          <ac:picMkLst>
            <pc:docMk/>
            <pc:sldMk cId="4246505549" sldId="259"/>
            <ac:picMk id="5" creationId="{D7039F6D-1EC2-6BA8-2110-E836A71EC594}"/>
          </ac:picMkLst>
        </pc:picChg>
      </pc:sldChg>
      <pc:sldChg chg="addSp delSp modSp add mod ord">
        <pc:chgData name="Samuel Lee" userId="bb603a8e-abb2-4460-9516-8f46b3977f9b" providerId="ADAL" clId="{8B76FC94-E6F5-4B6A-9AC9-B684B52B607F}" dt="2026-06-02T05:15:49.352" v="855" actId="1076"/>
        <pc:sldMkLst>
          <pc:docMk/>
          <pc:sldMk cId="1866706332" sldId="260"/>
        </pc:sldMkLst>
        <pc:spChg chg="add del mod">
          <ac:chgData name="Samuel Lee" userId="bb603a8e-abb2-4460-9516-8f46b3977f9b" providerId="ADAL" clId="{8B76FC94-E6F5-4B6A-9AC9-B684B52B607F}" dt="2026-06-02T05:12:24.640" v="385"/>
          <ac:spMkLst>
            <pc:docMk/>
            <pc:sldMk cId="1866706332" sldId="260"/>
            <ac:spMk id="2" creationId="{7FF5EBFC-968F-B33E-3D56-09D9DACCAE8A}"/>
          </ac:spMkLst>
        </pc:spChg>
        <pc:spChg chg="add del mod">
          <ac:chgData name="Samuel Lee" userId="bb603a8e-abb2-4460-9516-8f46b3977f9b" providerId="ADAL" clId="{8B76FC94-E6F5-4B6A-9AC9-B684B52B607F}" dt="2026-06-02T05:14:54.045" v="735" actId="478"/>
          <ac:spMkLst>
            <pc:docMk/>
            <pc:sldMk cId="1866706332" sldId="260"/>
            <ac:spMk id="3" creationId="{554BCC16-1539-24B0-E899-07080095822C}"/>
          </ac:spMkLst>
        </pc:spChg>
        <pc:spChg chg="mod">
          <ac:chgData name="Samuel Lee" userId="bb603a8e-abb2-4460-9516-8f46b3977f9b" providerId="ADAL" clId="{8B76FC94-E6F5-4B6A-9AC9-B684B52B607F}" dt="2026-06-02T05:10:36.344" v="308" actId="1076"/>
          <ac:spMkLst>
            <pc:docMk/>
            <pc:sldMk cId="1866706332" sldId="260"/>
            <ac:spMk id="4" creationId="{2F28F9DD-622B-5807-70F4-D55CAEA56DC1}"/>
          </ac:spMkLst>
        </pc:spChg>
        <pc:spChg chg="mod">
          <ac:chgData name="Samuel Lee" userId="bb603a8e-abb2-4460-9516-8f46b3977f9b" providerId="ADAL" clId="{8B76FC94-E6F5-4B6A-9AC9-B684B52B607F}" dt="2026-06-02T05:15:49.352" v="855" actId="1076"/>
          <ac:spMkLst>
            <pc:docMk/>
            <pc:sldMk cId="1866706332" sldId="260"/>
            <ac:spMk id="58" creationId="{3094D6B3-C864-73B7-422F-549788BF3080}"/>
          </ac:spMkLst>
        </pc:spChg>
      </pc:sldChg>
      <pc:sldChg chg="addSp delSp modSp add del mod ord modClrScheme delDesignElem chgLayout">
        <pc:chgData name="Samuel Lee" userId="bb603a8e-abb2-4460-9516-8f46b3977f9b" providerId="ADAL" clId="{8B76FC94-E6F5-4B6A-9AC9-B684B52B607F}" dt="2026-06-02T05:08:54.435" v="241" actId="2696"/>
        <pc:sldMkLst>
          <pc:docMk/>
          <pc:sldMk cId="3219773548" sldId="260"/>
        </pc:sldMkLst>
        <pc:spChg chg="add mod ord">
          <ac:chgData name="Samuel Lee" userId="bb603a8e-abb2-4460-9516-8f46b3977f9b" providerId="ADAL" clId="{8B76FC94-E6F5-4B6A-9AC9-B684B52B607F}" dt="2026-06-02T05:08:50.378" v="240" actId="26606"/>
          <ac:spMkLst>
            <pc:docMk/>
            <pc:sldMk cId="3219773548" sldId="260"/>
            <ac:spMk id="2" creationId="{5D61C68D-1311-155C-5C46-8F067A9D31E8}"/>
          </ac:spMkLst>
        </pc:spChg>
        <pc:spChg chg="add mod ord">
          <ac:chgData name="Samuel Lee" userId="bb603a8e-abb2-4460-9516-8f46b3977f9b" providerId="ADAL" clId="{8B76FC94-E6F5-4B6A-9AC9-B684B52B607F}" dt="2026-06-02T05:08:50.378" v="240" actId="26606"/>
          <ac:spMkLst>
            <pc:docMk/>
            <pc:sldMk cId="3219773548" sldId="260"/>
            <ac:spMk id="3" creationId="{E0D6518E-0757-8149-67E4-3B973C465E75}"/>
          </ac:spMkLst>
        </pc:spChg>
        <pc:spChg chg="mod ord">
          <ac:chgData name="Samuel Lee" userId="bb603a8e-abb2-4460-9516-8f46b3977f9b" providerId="ADAL" clId="{8B76FC94-E6F5-4B6A-9AC9-B684B52B607F}" dt="2026-06-02T05:08:50.378" v="240" actId="26606"/>
          <ac:spMkLst>
            <pc:docMk/>
            <pc:sldMk cId="3219773548" sldId="260"/>
            <ac:spMk id="4" creationId="{5382C570-63B6-1C4B-7965-FA2A8606B3F0}"/>
          </ac:spMkLst>
        </pc:spChg>
        <pc:spChg chg="add del">
          <ac:chgData name="Samuel Lee" userId="bb603a8e-abb2-4460-9516-8f46b3977f9b" providerId="ADAL" clId="{8B76FC94-E6F5-4B6A-9AC9-B684B52B607F}" dt="2026-06-02T05:08:50.375" v="239" actId="26606"/>
          <ac:spMkLst>
            <pc:docMk/>
            <pc:sldMk cId="3219773548" sldId="260"/>
            <ac:spMk id="9" creationId="{B36F400F-DF28-43BC-8D8E-4929793B392A}"/>
          </ac:spMkLst>
        </pc:spChg>
        <pc:spChg chg="add">
          <ac:chgData name="Samuel Lee" userId="bb603a8e-abb2-4460-9516-8f46b3977f9b" providerId="ADAL" clId="{8B76FC94-E6F5-4B6A-9AC9-B684B52B607F}" dt="2026-06-02T05:08:50.378" v="240" actId="26606"/>
          <ac:spMkLst>
            <pc:docMk/>
            <pc:sldMk cId="3219773548" sldId="260"/>
            <ac:spMk id="12" creationId="{8CA06CD6-90CA-4C45-856C-6771339E1E22}"/>
          </ac:spMkLst>
        </pc:spChg>
        <pc:spChg chg="del">
          <ac:chgData name="Samuel Lee" userId="bb603a8e-abb2-4460-9516-8f46b3977f9b" providerId="ADAL" clId="{8B76FC94-E6F5-4B6A-9AC9-B684B52B607F}" dt="2026-06-02T05:08:41.208" v="237" actId="700"/>
          <ac:spMkLst>
            <pc:docMk/>
            <pc:sldMk cId="3219773548" sldId="260"/>
            <ac:spMk id="55" creationId="{929565DA-8233-96EF-69DF-343A9CE037B5}"/>
          </ac:spMkLst>
        </pc:spChg>
        <pc:spChg chg="del">
          <ac:chgData name="Samuel Lee" userId="bb603a8e-abb2-4460-9516-8f46b3977f9b" providerId="ADAL" clId="{8B76FC94-E6F5-4B6A-9AC9-B684B52B607F}" dt="2026-06-02T05:08:41.208" v="237" actId="700"/>
          <ac:spMkLst>
            <pc:docMk/>
            <pc:sldMk cId="3219773548" sldId="260"/>
            <ac:spMk id="56" creationId="{2D7D3935-1D87-AE69-939A-88CA61B23F04}"/>
          </ac:spMkLst>
        </pc:spChg>
        <pc:spChg chg="del mod ord">
          <ac:chgData name="Samuel Lee" userId="bb603a8e-abb2-4460-9516-8f46b3977f9b" providerId="ADAL" clId="{8B76FC94-E6F5-4B6A-9AC9-B684B52B607F}" dt="2026-06-02T05:08:41.208" v="237" actId="700"/>
          <ac:spMkLst>
            <pc:docMk/>
            <pc:sldMk cId="3219773548" sldId="260"/>
            <ac:spMk id="58" creationId="{9B920B70-792A-03F6-9F5C-EBBA1E610E5A}"/>
          </ac:spMkLst>
        </pc:spChg>
        <pc:grpChg chg="del">
          <ac:chgData name="Samuel Lee" userId="bb603a8e-abb2-4460-9516-8f46b3977f9b" providerId="ADAL" clId="{8B76FC94-E6F5-4B6A-9AC9-B684B52B607F}" dt="2026-06-02T05:08:41.208" v="237" actId="700"/>
          <ac:grpSpMkLst>
            <pc:docMk/>
            <pc:sldMk cId="3219773548" sldId="260"/>
            <ac:grpSpMk id="60" creationId="{18B51034-777A-2ABC-C52E-4CE046B40A25}"/>
          </ac:grpSpMkLst>
        </pc:grpChg>
        <pc:cxnChg chg="add">
          <ac:chgData name="Samuel Lee" userId="bb603a8e-abb2-4460-9516-8f46b3977f9b" providerId="ADAL" clId="{8B76FC94-E6F5-4B6A-9AC9-B684B52B607F}" dt="2026-06-02T05:08:50.378" v="240" actId="26606"/>
          <ac:cxnSpMkLst>
            <pc:docMk/>
            <pc:sldMk cId="3219773548" sldId="260"/>
            <ac:cxnSpMk id="11" creationId="{5021601D-2758-4B15-A31C-FDA184C51B3A}"/>
          </ac:cxnSpMkLst>
        </pc:cxnChg>
        <pc:cxnChg chg="del">
          <ac:chgData name="Samuel Lee" userId="bb603a8e-abb2-4460-9516-8f46b3977f9b" providerId="ADAL" clId="{8B76FC94-E6F5-4B6A-9AC9-B684B52B607F}" dt="2026-06-02T05:08:41.208" v="237" actId="700"/>
          <ac:cxnSpMkLst>
            <pc:docMk/>
            <pc:sldMk cId="3219773548" sldId="260"/>
            <ac:cxnSpMk id="57" creationId="{6C253ACC-97C0-2632-2099-FA7E07B5F5F5}"/>
          </ac:cxnSpMkLst>
        </pc:cxnChg>
        <pc:cxnChg chg="del">
          <ac:chgData name="Samuel Lee" userId="bb603a8e-abb2-4460-9516-8f46b3977f9b" providerId="ADAL" clId="{8B76FC94-E6F5-4B6A-9AC9-B684B52B607F}" dt="2026-06-02T05:08:41.208" v="237" actId="700"/>
          <ac:cxnSpMkLst>
            <pc:docMk/>
            <pc:sldMk cId="3219773548" sldId="260"/>
            <ac:cxnSpMk id="59" creationId="{4FA9D228-3AFE-1658-ED80-4B89F924F63A}"/>
          </ac:cxnSpMkLst>
        </pc:cxnChg>
      </pc:sldChg>
      <pc:sldChg chg="modSp add mod">
        <pc:chgData name="Samuel Lee" userId="bb603a8e-abb2-4460-9516-8f46b3977f9b" providerId="ADAL" clId="{8B76FC94-E6F5-4B6A-9AC9-B684B52B607F}" dt="2026-06-02T05:19:56.277" v="1253" actId="114"/>
        <pc:sldMkLst>
          <pc:docMk/>
          <pc:sldMk cId="4178509654" sldId="261"/>
        </pc:sldMkLst>
        <pc:spChg chg="mod">
          <ac:chgData name="Samuel Lee" userId="bb603a8e-abb2-4460-9516-8f46b3977f9b" providerId="ADAL" clId="{8B76FC94-E6F5-4B6A-9AC9-B684B52B607F}" dt="2026-06-02T05:17:07.553" v="910" actId="1076"/>
          <ac:spMkLst>
            <pc:docMk/>
            <pc:sldMk cId="4178509654" sldId="261"/>
            <ac:spMk id="4" creationId="{D13D021E-B628-75EB-4F41-81C41C68DED5}"/>
          </ac:spMkLst>
        </pc:spChg>
        <pc:spChg chg="mod">
          <ac:chgData name="Samuel Lee" userId="bb603a8e-abb2-4460-9516-8f46b3977f9b" providerId="ADAL" clId="{8B76FC94-E6F5-4B6A-9AC9-B684B52B607F}" dt="2026-06-02T05:19:56.277" v="1253" actId="114"/>
          <ac:spMkLst>
            <pc:docMk/>
            <pc:sldMk cId="4178509654" sldId="261"/>
            <ac:spMk id="58" creationId="{38350F07-34B9-C2E5-382D-82C7355CA348}"/>
          </ac:spMkLst>
        </pc:spChg>
      </pc:sldChg>
      <pc:sldChg chg="addSp delSp modSp add mod ord">
        <pc:chgData name="Samuel Lee" userId="bb603a8e-abb2-4460-9516-8f46b3977f9b" providerId="ADAL" clId="{8B76FC94-E6F5-4B6A-9AC9-B684B52B607F}" dt="2026-06-02T05:35:28.602" v="1596" actId="1076"/>
        <pc:sldMkLst>
          <pc:docMk/>
          <pc:sldMk cId="2955932544" sldId="262"/>
        </pc:sldMkLst>
        <pc:spChg chg="mod">
          <ac:chgData name="Samuel Lee" userId="bb603a8e-abb2-4460-9516-8f46b3977f9b" providerId="ADAL" clId="{8B76FC94-E6F5-4B6A-9AC9-B684B52B607F}" dt="2026-06-02T05:35:28.602" v="1596" actId="1076"/>
          <ac:spMkLst>
            <pc:docMk/>
            <pc:sldMk cId="2955932544" sldId="262"/>
            <ac:spMk id="4" creationId="{3BB7D9F4-A95E-EF0F-D5C6-C54575A4D24C}"/>
          </ac:spMkLst>
        </pc:spChg>
        <pc:spChg chg="del">
          <ac:chgData name="Samuel Lee" userId="bb603a8e-abb2-4460-9516-8f46b3977f9b" providerId="ADAL" clId="{8B76FC94-E6F5-4B6A-9AC9-B684B52B607F}" dt="2026-06-02T05:35:24.162" v="1595" actId="478"/>
          <ac:spMkLst>
            <pc:docMk/>
            <pc:sldMk cId="2955932544" sldId="262"/>
            <ac:spMk id="58" creationId="{E74A7875-CE3B-710C-9774-6B842F1680C0}"/>
          </ac:spMkLst>
        </pc:spChg>
        <pc:picChg chg="add mod">
          <ac:chgData name="Samuel Lee" userId="bb603a8e-abb2-4460-9516-8f46b3977f9b" providerId="ADAL" clId="{8B76FC94-E6F5-4B6A-9AC9-B684B52B607F}" dt="2026-06-02T05:35:16.704" v="1593" actId="1076"/>
          <ac:picMkLst>
            <pc:docMk/>
            <pc:sldMk cId="2955932544" sldId="262"/>
            <ac:picMk id="3" creationId="{78232B0B-9406-C6E9-588D-926FDEEA0510}"/>
          </ac:picMkLst>
        </pc:picChg>
      </pc:sldChg>
      <pc:sldChg chg="addSp delSp modSp add mod">
        <pc:chgData name="Samuel Lee" userId="bb603a8e-abb2-4460-9516-8f46b3977f9b" providerId="ADAL" clId="{8B76FC94-E6F5-4B6A-9AC9-B684B52B607F}" dt="2026-06-02T05:37:14.914" v="1734" actId="14100"/>
        <pc:sldMkLst>
          <pc:docMk/>
          <pc:sldMk cId="1465206633" sldId="263"/>
        </pc:sldMkLst>
        <pc:spChg chg="mod">
          <ac:chgData name="Samuel Lee" userId="bb603a8e-abb2-4460-9516-8f46b3977f9b" providerId="ADAL" clId="{8B76FC94-E6F5-4B6A-9AC9-B684B52B607F}" dt="2026-06-02T05:37:14.914" v="1734" actId="14100"/>
          <ac:spMkLst>
            <pc:docMk/>
            <pc:sldMk cId="1465206633" sldId="263"/>
            <ac:spMk id="4" creationId="{37D38B48-CE09-A910-AE72-D6639AD64DA0}"/>
          </ac:spMkLst>
        </pc:spChg>
        <pc:picChg chg="del">
          <ac:chgData name="Samuel Lee" userId="bb603a8e-abb2-4460-9516-8f46b3977f9b" providerId="ADAL" clId="{8B76FC94-E6F5-4B6A-9AC9-B684B52B607F}" dt="2026-06-02T05:36:04.748" v="1598" actId="478"/>
          <ac:picMkLst>
            <pc:docMk/>
            <pc:sldMk cId="1465206633" sldId="263"/>
            <ac:picMk id="3" creationId="{F302461A-962A-15D2-33BA-8CB7A6A18C07}"/>
          </ac:picMkLst>
        </pc:picChg>
        <pc:picChg chg="add mod">
          <ac:chgData name="Samuel Lee" userId="bb603a8e-abb2-4460-9516-8f46b3977f9b" providerId="ADAL" clId="{8B76FC94-E6F5-4B6A-9AC9-B684B52B607F}" dt="2026-06-02T05:36:25.325" v="1606" actId="1076"/>
          <ac:picMkLst>
            <pc:docMk/>
            <pc:sldMk cId="1465206633" sldId="263"/>
            <ac:picMk id="5" creationId="{E446DFBB-3DFB-7815-1D7E-82A79A1E95BB}"/>
          </ac:picMkLst>
        </pc:picChg>
      </pc:sldChg>
      <pc:sldChg chg="modSp add mod ord">
        <pc:chgData name="Samuel Lee" userId="bb603a8e-abb2-4460-9516-8f46b3977f9b" providerId="ADAL" clId="{8B76FC94-E6F5-4B6A-9AC9-B684B52B607F}" dt="2026-06-02T05:58:36.419" v="2176" actId="1076"/>
        <pc:sldMkLst>
          <pc:docMk/>
          <pc:sldMk cId="1838956512" sldId="264"/>
        </pc:sldMkLst>
        <pc:spChg chg="mod">
          <ac:chgData name="Samuel Lee" userId="bb603a8e-abb2-4460-9516-8f46b3977f9b" providerId="ADAL" clId="{8B76FC94-E6F5-4B6A-9AC9-B684B52B607F}" dt="2026-06-02T05:56:03.574" v="1773" actId="20577"/>
          <ac:spMkLst>
            <pc:docMk/>
            <pc:sldMk cId="1838956512" sldId="264"/>
            <ac:spMk id="4" creationId="{B0820FB7-DD46-3545-27DB-EF9D04D638EB}"/>
          </ac:spMkLst>
        </pc:spChg>
        <pc:spChg chg="mod">
          <ac:chgData name="Samuel Lee" userId="bb603a8e-abb2-4460-9516-8f46b3977f9b" providerId="ADAL" clId="{8B76FC94-E6F5-4B6A-9AC9-B684B52B607F}" dt="2026-06-02T05:58:36.419" v="2176" actId="1076"/>
          <ac:spMkLst>
            <pc:docMk/>
            <pc:sldMk cId="1838956512" sldId="264"/>
            <ac:spMk id="58" creationId="{8FC8E283-3CC7-F56F-9A03-7A6B7CFF3E5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00B74-CB44-2FD2-B753-A531CD061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DF77C9-E74C-B432-8ACA-B0E48E26F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E50B2-F7B5-3232-6566-80515EF6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1902C-4575-FF1F-6D76-3EC551ED5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193E0-288F-5102-8D66-B82F1B65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42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7414-6C41-1A1B-2542-6D66EDB7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CF1F1-57FF-732D-9560-BBD9D8571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DA421-7028-10AD-58C7-691165504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30A03-926B-6A8B-CB50-3CE5F3FF7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341BD-9E5B-22E0-9CD8-D2C73A20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1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45B61-BD88-81F4-720C-05561F312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A593E-B947-9FA6-35CB-C0D21985B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08D65-F7C0-B3C0-4309-D9A8E2F11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D7B68-B893-8E76-D353-7B22A4066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23CAA-C466-44A9-F69A-F898543A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4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759D8-3A78-0F98-36FC-71728477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3F2D7-2DF5-DFF3-B1F2-58A904D42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7A63E-BB32-1B4D-C390-28CC9475B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C1FA4-0E94-65A9-AE95-644BC9E46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E9E8F-7C34-944A-31E3-20FF36E4A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C2E91-EF55-8DB5-1D9C-67E584E1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2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B1BB7-FE09-0DE5-01E7-893EBA5DE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09631-57A7-D074-775A-5B1D7751B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B559E1-D441-7C18-4866-51EA95D33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AD6822-F616-106E-7D93-723492ED5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4B50E-F11C-C8DD-0A65-41BDEBEF3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11073-A9D1-0B4C-9E24-6DB011C8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B830B-4913-8A39-F902-8FC338A4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23CF3-4E85-79BD-8F9C-ED7B95C3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52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1E253-D702-C018-BE77-17C0FBC97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5ADE95-E107-B051-3E27-C3B9BDF4B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8D10F9-5084-31F1-F4F4-0535D0A1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90050-67F7-82EE-02B7-77FC3F55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81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95FC74-4829-B573-02F8-0AA38D363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5BF63-B742-35E4-D95B-E506B0044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49979-83BA-A595-DDC6-7BF433DC4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741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0361E-A5C5-18E1-43BC-C0E4D7072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EB834-1A5F-F0A9-6D09-C9C3468F6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9024E-FA62-A8C8-1859-C55F56958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760F6-82FE-1A3D-5CA1-3F9B28302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BEE99-80D4-64E8-D6F8-E1BFD35D4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19A3F-9221-6688-02C6-AD4DE35E5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32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FFC68-46F6-EA36-B4D6-8BA94F43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8A61AF-7AAC-23AE-EBA0-C4A596F072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97E25-30B8-088B-F3AB-9B27774F0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23D03-934E-44C8-D107-0CC1DC799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BDEAD-72E1-4444-5E05-0C21E9F0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DC7A2-054A-E518-5BFE-47B42DD01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80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FF9D7-3502-0200-29FD-D2455B42F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F5AFA-0B34-D2CF-C68A-503584C2F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BB7D2-BB76-8DB9-7E10-3EE073D65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7862B-56FD-7978-F368-19CFE1CF9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AAED5-14FA-CDD6-4839-B67DE744B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949F2-B700-8385-21AF-D392D0000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42A58-650B-2B98-EB97-7252F04C8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0D8CE-A13D-E0C3-FEDE-FBA6D11D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F6B25-E1F7-1307-FCB6-33EAADD54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26334-A754-EE5F-393F-AE8377FF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0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C8C068-A803-AF5A-632D-379151D3D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E3C49-1C6F-43F8-5898-A573A671D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D1763-31B1-9512-BB63-AFF3F6C637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71851-4F44-FE99-BECD-45C7BA3B0F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E6A2F-4E59-6E70-8C5B-EC8C23D3C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64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58048B4-3F65-4EB9-ABA8-099353BE8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E2FDE4-8ECB-4D0B-B871-D4EE5260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13FF99-9C74-13A8-8B59-AE886B5842E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10000"/>
          </a:blip>
          <a:srcRect t="7865" b="7865"/>
          <a:stretch>
            <a:fillRect/>
          </a:stretch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A18755-CCBB-EC8D-DE03-65F181051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568" y="1169982"/>
            <a:ext cx="10530318" cy="2736390"/>
          </a:xfrm>
        </p:spPr>
        <p:txBody>
          <a:bodyPr anchor="b">
            <a:normAutofit/>
          </a:bodyPr>
          <a:lstStyle/>
          <a:p>
            <a:pPr algn="l"/>
            <a:r>
              <a:rPr lang="en-US" sz="8000" dirty="0" err="1">
                <a:solidFill>
                  <a:schemeClr val="tx2"/>
                </a:solidFill>
              </a:rPr>
              <a:t>Scryfall</a:t>
            </a:r>
            <a:r>
              <a:rPr lang="en-US" sz="8000" dirty="0">
                <a:solidFill>
                  <a:schemeClr val="tx2"/>
                </a:solidFill>
              </a:rPr>
              <a:t> API Portability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A792D-44A7-4BCA-F194-3F53E3C46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567" y="4067745"/>
            <a:ext cx="10530318" cy="1949813"/>
          </a:xfrm>
        </p:spPr>
        <p:txBody>
          <a:bodyPr anchor="t">
            <a:normAutofit/>
          </a:bodyPr>
          <a:lstStyle/>
          <a:p>
            <a:pPr algn="l"/>
            <a:r>
              <a:rPr lang="en-US" sz="2200" dirty="0">
                <a:solidFill>
                  <a:schemeClr val="tx2"/>
                </a:solidFill>
              </a:rPr>
              <a:t>IMT 542</a:t>
            </a:r>
          </a:p>
          <a:p>
            <a:pPr algn="l"/>
            <a:r>
              <a:rPr lang="en-US" sz="2200" dirty="0">
                <a:solidFill>
                  <a:schemeClr val="tx2"/>
                </a:solidFill>
              </a:rPr>
              <a:t>Samuel Lee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C86DB23-FEFE-4C3A-88FA-8E855AB1E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BB22FAF-4B4F-40B1-97FF-67CD036C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8488D89-E3BB-4E60-BF44-5F0BE92E3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8FA7B87-C151-46CF-9E07-DD4FD9717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9EB480-500C-4A3E-BED3-513B88DB0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12469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DABCE0FB-ADDD-4B37-A958-519663E8E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F8A981E-6C01-464B-9B2A-810AFEC27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F85FBD-45BA-A864-2DA1-10CD4FFA0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0432"/>
            <a:ext cx="10533888" cy="2734056"/>
          </a:xfrm>
        </p:spPr>
        <p:txBody>
          <a:bodyPr anchor="b">
            <a:normAutofit/>
          </a:bodyPr>
          <a:lstStyle/>
          <a:p>
            <a:r>
              <a:rPr lang="en-US" sz="8000" dirty="0">
                <a:solidFill>
                  <a:schemeClr val="tx2"/>
                </a:solidFill>
              </a:rPr>
              <a:t>What is </a:t>
            </a:r>
            <a:r>
              <a:rPr lang="en-US" sz="8000" dirty="0" err="1">
                <a:solidFill>
                  <a:schemeClr val="tx2"/>
                </a:solidFill>
              </a:rPr>
              <a:t>Scryfall</a:t>
            </a:r>
            <a:r>
              <a:rPr lang="en-US" sz="8000" dirty="0">
                <a:solidFill>
                  <a:schemeClr val="tx2"/>
                </a:solidFill>
              </a:rPr>
              <a:t>?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8710E47-0781-4953-BBDA-8EF627A7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ontent Placeholder 20">
            <a:extLst>
              <a:ext uri="{FF2B5EF4-FFF2-40B4-BE49-F238E27FC236}">
                <a16:creationId xmlns:a16="http://schemas.microsoft.com/office/drawing/2014/main" id="{511FB950-45EC-8D71-3F55-C14465670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4069080"/>
            <a:ext cx="10515600" cy="2042605"/>
          </a:xfrm>
        </p:spPr>
        <p:txBody>
          <a:bodyPr anchor="t">
            <a:normAutofit/>
          </a:bodyPr>
          <a:lstStyle/>
          <a:p>
            <a:endParaRPr lang="en-US" sz="1800">
              <a:solidFill>
                <a:schemeClr val="tx2"/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25D265C-1D38-4B36-8572-366ED6A60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C536A3-D654-4FB9-BB50-B236B87BB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41ACF7F-B3F4-4E4E-AECF-076FA5AB6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76DEDF-ED9E-43F5-BD8F-87A9A7A06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5230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27DEC-8733-2885-2EFB-C8B685DDC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5F60170-91B4-45F0-B88B-9C07AEC46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7D7C94-41C0-4614-8A18-941174D4D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953EF5-BFCE-44F1-E2B6-849075E97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824" y="1572991"/>
            <a:ext cx="4677631" cy="3215094"/>
          </a:xfrm>
          <a:noFill/>
          <a:ln>
            <a:noFill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Powerful </a:t>
            </a:r>
            <a:r>
              <a:rPr lang="en-US" sz="5400" i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Magic: The Gathering </a:t>
            </a:r>
            <a:r>
              <a:rPr lang="en-US" sz="5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online card search tool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1F6FBC1-6409-4059-B87B-1BE513242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6A98E26-C7DC-48E3-8F50-FBF7F3C50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B3D45F-509E-43F3-B685-A5E78AD0D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C53B0F8-0414-437D-87C2-23F48DF9CE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0B56551-40C7-4552-A11A-6D86B7EB08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5CDFEE7-4F2C-6C6A-D015-C1AE44AD1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99" y="246028"/>
            <a:ext cx="6614596" cy="5869020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2338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5ED321-BE5C-B3CD-DF65-D3F243FAA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6FB0B62-019C-72E4-6FBB-70F23FEAE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8F8C11-4799-3777-12EB-8B315F80F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92D5BC-0C06-B0AA-1B1C-7AAC2FB05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1689879"/>
            <a:ext cx="5038344" cy="301013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5400" dirty="0">
                <a:solidFill>
                  <a:schemeClr val="tx2"/>
                </a:solidFill>
              </a:rPr>
              <a:t>REST-like API to programmatically ingest card data</a:t>
            </a:r>
            <a:endParaRPr lang="en-US" sz="54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CB9FAE-FB73-7BC4-8801-093329D5C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A8A64CC-3110-9715-3B3A-1543DE33C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64E9BC-11F1-B9F2-679E-D96E207EF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2ED84D6-3303-3177-5EF5-974DA601C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635E16A-146A-CB31-89ED-65AF955B5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C30FA35-EEF8-FFFD-FD9F-06FD01A2F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632" y="335243"/>
            <a:ext cx="6411368" cy="549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05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77B67-704E-9386-D0B3-37C07E473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B28A6BB6-AD58-F2F4-883D-2F939AF9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CA8503A-BFCA-6208-4FC6-F3CC7EB1A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28F9DD-622B-5807-70F4-D55CAEA56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886968"/>
            <a:ext cx="10533888" cy="1225295"/>
          </a:xfrm>
        </p:spPr>
        <p:txBody>
          <a:bodyPr anchor="b">
            <a:normAutofit/>
          </a:bodyPr>
          <a:lstStyle/>
          <a:p>
            <a:r>
              <a:rPr lang="en-US" sz="8000" dirty="0" err="1">
                <a:solidFill>
                  <a:schemeClr val="tx2"/>
                </a:solidFill>
              </a:rPr>
              <a:t>Scryfall</a:t>
            </a:r>
            <a:r>
              <a:rPr lang="en-US" sz="8000" dirty="0">
                <a:solidFill>
                  <a:schemeClr val="tx2"/>
                </a:solidFill>
              </a:rPr>
              <a:t> is great, but…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8AB1BA1-3E09-B650-FB96-FA7C06CA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ontent Placeholder 20">
            <a:extLst>
              <a:ext uri="{FF2B5EF4-FFF2-40B4-BE49-F238E27FC236}">
                <a16:creationId xmlns:a16="http://schemas.microsoft.com/office/drawing/2014/main" id="{3094D6B3-C864-73B7-422F-549788BF3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505" y="2788072"/>
            <a:ext cx="10259057" cy="3058874"/>
          </a:xfrm>
        </p:spPr>
        <p:txBody>
          <a:bodyPr numCol="3" anchor="t"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Default search is difficult to export data out of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Requires technical knowledge to export data via API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Some limited flexibility with the shape of exported data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FB31A3F-EA0C-A621-38AE-7EDC92BFF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DA4A77A-F498-2337-3A0A-BADD24492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A8E08B1-1E26-48CE-1AC1-27AF4ACB5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BFFEAEC-D128-80AC-8FD8-0626C29F3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6706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01F93-6D36-B865-CECA-6AEB5E09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4F42B302-68B0-5F52-E9F1-0634C16ED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BCBE516-4939-89F2-B882-019E64E09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3D021E-B628-75EB-4F41-81C41C68D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68" y="792587"/>
            <a:ext cx="10177272" cy="1904891"/>
          </a:xfrm>
        </p:spPr>
        <p:txBody>
          <a:bodyPr anchor="b">
            <a:noAutofit/>
          </a:bodyPr>
          <a:lstStyle/>
          <a:p>
            <a:r>
              <a:rPr lang="en-US" sz="6600" dirty="0">
                <a:solidFill>
                  <a:schemeClr val="tx2"/>
                </a:solidFill>
              </a:rPr>
              <a:t>The API Portability Assistant is for: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C03D7E9-FAB4-E17C-ED5C-0FFCAA9F3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ontent Placeholder 20">
            <a:extLst>
              <a:ext uri="{FF2B5EF4-FFF2-40B4-BE49-F238E27FC236}">
                <a16:creationId xmlns:a16="http://schemas.microsoft.com/office/drawing/2014/main" id="{38350F07-34B9-C2E5-382D-82C7355CA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415" y="2879512"/>
            <a:ext cx="8869169" cy="3058874"/>
          </a:xfrm>
        </p:spPr>
        <p:txBody>
          <a:bodyPr numCol="2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Anyone interested in </a:t>
            </a:r>
            <a:r>
              <a:rPr lang="en-US" sz="2400" i="1" dirty="0">
                <a:solidFill>
                  <a:schemeClr val="tx2"/>
                </a:solidFill>
              </a:rPr>
              <a:t>Magic </a:t>
            </a:r>
            <a:r>
              <a:rPr lang="en-US" sz="2400" dirty="0">
                <a:solidFill>
                  <a:schemeClr val="tx2"/>
                </a:solidFill>
              </a:rPr>
              <a:t>cards, including:</a:t>
            </a:r>
          </a:p>
          <a:p>
            <a:r>
              <a:rPr lang="en-US" sz="2400" dirty="0">
                <a:solidFill>
                  <a:schemeClr val="tx2"/>
                </a:solidFill>
              </a:rPr>
              <a:t>Players</a:t>
            </a:r>
          </a:p>
          <a:p>
            <a:r>
              <a:rPr lang="en-US" sz="2400" dirty="0">
                <a:solidFill>
                  <a:schemeClr val="tx2"/>
                </a:solidFill>
              </a:rPr>
              <a:t>Collectors</a:t>
            </a:r>
          </a:p>
          <a:p>
            <a:r>
              <a:rPr lang="en-US" sz="2400" dirty="0">
                <a:solidFill>
                  <a:schemeClr val="tx2"/>
                </a:solidFill>
              </a:rPr>
              <a:t>Data analysts</a:t>
            </a:r>
          </a:p>
          <a:p>
            <a:r>
              <a:rPr lang="en-US" sz="2400" dirty="0">
                <a:solidFill>
                  <a:schemeClr val="tx2"/>
                </a:solidFill>
              </a:rPr>
              <a:t>Designers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2"/>
                </a:solidFill>
              </a:rPr>
              <a:t>They can utilize the API Portability Assistant to: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Access bulk card data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Selectively export the data they wish to retrieve</a:t>
            </a:r>
          </a:p>
          <a:p>
            <a:pPr lvl="1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B3EBDE-8BB4-B843-885A-44544080E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9CE7167-7A0A-5FFC-659B-86BDA60CD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DBA6A49-5C34-FDB4-AE6C-3B05314C0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372F396-A122-DF8C-77B3-3D985EA54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8509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FBA08-C19D-5AFC-30D2-8C3CF6072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6A6BACEA-287B-8478-799E-33D7795E5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99EE979-5BF6-4F3C-17D5-02CA934F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B7D9F4-A95E-EF0F-D5C6-C54575A4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5" y="335243"/>
            <a:ext cx="3697605" cy="3919950"/>
          </a:xfrm>
        </p:spPr>
        <p:txBody>
          <a:bodyPr anchor="b">
            <a:normAutofit/>
          </a:bodyPr>
          <a:lstStyle/>
          <a:p>
            <a:r>
              <a:rPr lang="en-US" sz="1800" b="1" dirty="0">
                <a:solidFill>
                  <a:schemeClr val="tx2"/>
                </a:solidFill>
                <a:latin typeface="+mn-lt"/>
              </a:rPr>
              <a:t>F:</a:t>
            </a:r>
            <a:r>
              <a:rPr lang="en-US" sz="1800" dirty="0">
                <a:solidFill>
                  <a:schemeClr val="tx2"/>
                </a:solidFill>
                <a:latin typeface="+mn-lt"/>
              </a:rPr>
              <a:t> consistent field names and vocabularies, persistent identifiers such as UUID and oracle_id.</a:t>
            </a:r>
            <a:br>
              <a:rPr lang="en-US" sz="1800" dirty="0">
                <a:solidFill>
                  <a:schemeClr val="tx2"/>
                </a:solidFill>
                <a:latin typeface="+mn-lt"/>
              </a:rPr>
            </a:br>
            <a:r>
              <a:rPr lang="en-US" sz="1800" b="1" dirty="0">
                <a:solidFill>
                  <a:schemeClr val="tx2"/>
                </a:solidFill>
                <a:latin typeface="+mn-lt"/>
              </a:rPr>
              <a:t>A: </a:t>
            </a:r>
            <a:r>
              <a:rPr lang="en-US" sz="1800" dirty="0">
                <a:solidFill>
                  <a:schemeClr val="tx2"/>
                </a:solidFill>
                <a:latin typeface="+mn-lt"/>
              </a:rPr>
              <a:t>Bulk data directly downloadable, otherwise accessible via API endpoint (HTTPS)</a:t>
            </a:r>
            <a:br>
              <a:rPr lang="en-US" sz="1800" dirty="0">
                <a:solidFill>
                  <a:schemeClr val="tx2"/>
                </a:solidFill>
                <a:latin typeface="+mn-lt"/>
              </a:rPr>
            </a:br>
            <a:r>
              <a:rPr lang="en-US" sz="1800" b="1" dirty="0">
                <a:solidFill>
                  <a:schemeClr val="tx2"/>
                </a:solidFill>
                <a:latin typeface="+mn-lt"/>
              </a:rPr>
              <a:t>I:</a:t>
            </a:r>
            <a:r>
              <a:rPr lang="en-US" sz="1800" dirty="0">
                <a:solidFill>
                  <a:schemeClr val="tx2"/>
                </a:solidFill>
                <a:latin typeface="+mn-lt"/>
              </a:rPr>
              <a:t> Machine-readable format, but not formal schema/ontology</a:t>
            </a:r>
            <a:br>
              <a:rPr lang="en-US" sz="1800" dirty="0">
                <a:solidFill>
                  <a:schemeClr val="tx2"/>
                </a:solidFill>
                <a:latin typeface="+mn-lt"/>
              </a:rPr>
            </a:br>
            <a:r>
              <a:rPr lang="en-US" sz="1800" b="1" dirty="0">
                <a:solidFill>
                  <a:schemeClr val="tx2"/>
                </a:solidFill>
                <a:latin typeface="+mn-lt"/>
              </a:rPr>
              <a:t>R:</a:t>
            </a:r>
            <a:r>
              <a:rPr lang="en-US" sz="1800" dirty="0">
                <a:solidFill>
                  <a:schemeClr val="tx2"/>
                </a:solidFill>
                <a:latin typeface="+mn-lt"/>
              </a:rPr>
              <a:t> Limited metadata</a:t>
            </a:r>
            <a:endParaRPr lang="en-US" sz="1800" b="1" dirty="0">
              <a:solidFill>
                <a:schemeClr val="tx2"/>
              </a:solidFill>
              <a:latin typeface="+mn-lt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80028A-8BC8-5DDC-3AED-0DF2C9AE0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DCC776F-4DE7-C972-8549-AC11CAF68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E96BA4F-C7CA-9112-8BAD-39051B01C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FF97D04-2019-3153-6A69-77731C411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84992C9-025A-41D7-C514-52A20916D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8232B0B-9406-C6E9-588D-926FDEEA0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283" y="811024"/>
            <a:ext cx="7031357" cy="427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32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1DAB9-F8A2-1640-54D6-82DB0739F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7F8F677C-A5B6-9657-EEF1-EFD4EC1A0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9C72DD3-44E9-49CE-8D03-ACC4A5FC7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D38B48-CE09-A910-AE72-D6639AD64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5" y="2609849"/>
            <a:ext cx="4087631" cy="1645343"/>
          </a:xfrm>
        </p:spPr>
        <p:txBody>
          <a:bodyPr anchor="b"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+mn-lt"/>
              </a:rPr>
              <a:t>Inclusion of additional internal fields, separation of fields, and metadata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211BA65-563C-6E45-B59F-26E86CB56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659464B-EB1D-8AE1-7ED5-C75DAC450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9DDBCA5-5F82-DC3F-DAD8-492A45046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5CFC42B-6364-937B-F4A0-B7581F3695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AD58FF1-66B4-91E0-11A4-9187897356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446DFBB-3DFB-7815-1D7E-82A79A1E9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666" y="-4"/>
            <a:ext cx="53826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0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5D618-0631-14EB-F7B2-CA1276DD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0DA1781-5EFA-23CF-E9FB-20CD2F37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245C1B4-7AE9-EBCC-B29B-F5A790132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820FB7-DD46-3545-27DB-EF9D04D6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68" y="792587"/>
            <a:ext cx="10177272" cy="1904891"/>
          </a:xfrm>
        </p:spPr>
        <p:txBody>
          <a:bodyPr anchor="b">
            <a:noAutofit/>
          </a:bodyPr>
          <a:lstStyle/>
          <a:p>
            <a:r>
              <a:rPr lang="en-US" sz="6600" dirty="0">
                <a:solidFill>
                  <a:schemeClr val="tx2"/>
                </a:solidFill>
              </a:rPr>
              <a:t>Data Quality Assurance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773964E-C11F-686B-5EF4-337597BC9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ontent Placeholder 20">
            <a:extLst>
              <a:ext uri="{FF2B5EF4-FFF2-40B4-BE49-F238E27FC236}">
                <a16:creationId xmlns:a16="http://schemas.microsoft.com/office/drawing/2014/main" id="{8FC8E283-3CC7-F56F-9A03-7A6B7CFF3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4449" y="3006539"/>
            <a:ext cx="8869169" cy="3058874"/>
          </a:xfrm>
        </p:spPr>
        <p:txBody>
          <a:bodyPr numCol="2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Control in the </a:t>
            </a:r>
            <a:r>
              <a:rPr lang="en-US" sz="2400" b="1" dirty="0">
                <a:solidFill>
                  <a:schemeClr val="tx2"/>
                </a:solidFill>
              </a:rPr>
              <a:t>schema</a:t>
            </a:r>
            <a:r>
              <a:rPr lang="en-US" sz="2400" dirty="0">
                <a:solidFill>
                  <a:schemeClr val="tx2"/>
                </a:solidFill>
              </a:rPr>
              <a:t>:</a:t>
            </a:r>
            <a:endParaRPr lang="en-US" sz="2400" b="1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No duplicate </a:t>
            </a:r>
            <a:r>
              <a:rPr lang="en-US" sz="2400" dirty="0" err="1">
                <a:solidFill>
                  <a:schemeClr val="tx2"/>
                </a:solidFill>
              </a:rPr>
              <a:t>cardId</a:t>
            </a:r>
            <a:r>
              <a:rPr lang="en-US" sz="2400" dirty="0">
                <a:solidFill>
                  <a:schemeClr val="tx2"/>
                </a:solidFill>
              </a:rPr>
              <a:t> values</a:t>
            </a:r>
          </a:p>
          <a:p>
            <a:r>
              <a:rPr lang="en-US" sz="2400" dirty="0">
                <a:solidFill>
                  <a:schemeClr val="tx2"/>
                </a:solidFill>
              </a:rPr>
              <a:t>Numeric datatypes</a:t>
            </a:r>
          </a:p>
          <a:p>
            <a:r>
              <a:rPr lang="en-US" sz="2400" dirty="0">
                <a:solidFill>
                  <a:schemeClr val="tx2"/>
                </a:solidFill>
              </a:rPr>
              <a:t>Required fields</a:t>
            </a:r>
          </a:p>
          <a:p>
            <a:r>
              <a:rPr lang="en-US" sz="2400" dirty="0">
                <a:solidFill>
                  <a:schemeClr val="tx2"/>
                </a:solidFill>
              </a:rPr>
              <a:t>Consistency in null handling</a:t>
            </a:r>
          </a:p>
          <a:p>
            <a:r>
              <a:rPr lang="en-US" sz="2400" dirty="0">
                <a:solidFill>
                  <a:schemeClr val="tx2"/>
                </a:solidFill>
              </a:rPr>
              <a:t>Schema versioning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Performance</a:t>
            </a:r>
            <a:r>
              <a:rPr lang="en-US" dirty="0">
                <a:solidFill>
                  <a:schemeClr val="tx2"/>
                </a:solidFill>
              </a:rPr>
              <a:t>:</a:t>
            </a:r>
            <a:endParaRPr lang="en-US" b="1" dirty="0">
              <a:solidFill>
                <a:schemeClr val="tx2"/>
              </a:solidFill>
            </a:endParaRPr>
          </a:p>
          <a:p>
            <a:pPr lvl="1"/>
            <a:r>
              <a:rPr lang="en-US" dirty="0">
                <a:solidFill>
                  <a:schemeClr val="tx2"/>
                </a:solidFill>
              </a:rPr>
              <a:t>Single card queries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Search queries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Server cold start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Dataset export</a:t>
            </a:r>
          </a:p>
          <a:p>
            <a:pPr lvl="1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FDFEEA0-7A83-5272-D9A6-4576A8D9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2878D7D-EC69-BE08-E60B-1A78A70D0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7B1EF3F-7009-F65F-E4A5-F1B25785E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83DF5DD-E0F8-7E75-70FC-E8D38D353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8956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198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Scryfall API Portability Assistant</vt:lpstr>
      <vt:lpstr>What is Scryfall?</vt:lpstr>
      <vt:lpstr>Powerful Magic: The Gathering online card search tool</vt:lpstr>
      <vt:lpstr>REST-like API to programmatically ingest card data</vt:lpstr>
      <vt:lpstr>Scryfall is great, but…</vt:lpstr>
      <vt:lpstr>The API Portability Assistant is for:</vt:lpstr>
      <vt:lpstr>F: consistent field names and vocabularies, persistent identifiers such as UUID and oracle_id. A: Bulk data directly downloadable, otherwise accessible via API endpoint (HTTPS) I: Machine-readable format, but not formal schema/ontology R: Limited metadata</vt:lpstr>
      <vt:lpstr>Inclusion of additional internal fields, separation of fields, and metadata</vt:lpstr>
      <vt:lpstr>Data Quality Assurance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Lee</dc:creator>
  <cp:lastModifiedBy>Samuel Lee</cp:lastModifiedBy>
  <cp:revision>2</cp:revision>
  <dcterms:created xsi:type="dcterms:W3CDTF">2026-06-02T00:51:20Z</dcterms:created>
  <dcterms:modified xsi:type="dcterms:W3CDTF">2026-06-02T05:58:36Z</dcterms:modified>
</cp:coreProperties>
</file>